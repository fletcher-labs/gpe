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 varScale="1">
        <p:scale>
          <a:sx n="107" d="100"/>
          <a:sy n="107" d="100"/>
        </p:scale>
        <p:origin x="6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6BEED-33E2-7946-823C-76DD02CD806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8B3F3-1564-DF40-A199-B8C947D56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8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maybe </a:t>
            </a:r>
            <a:r>
              <a:rPr lang="en-US"/>
              <a:t>also interesting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8B3F3-1564-DF40-A199-B8C947D56B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03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589F-04D4-2A50-4A30-530E2860E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0EDE0-A990-CCD6-AF52-F80162628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0846C-58A9-5E6F-3F98-FB4A79A8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EFFD3-51B3-4877-F079-EB4F23BC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D790-A350-8713-6D48-4CB4405B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1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FFEA-2843-2CB8-D4BA-98932321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8A1DA-B0F2-2C97-F425-F9CBC331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A3EB8-14AA-9C99-BF12-DAE1DF80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A03E9-88FD-D7B3-F3A2-19F267F0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C73B1-0029-498A-D6AC-DFAFF0D7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00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70EB-DA04-9523-DE18-67C28B4A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BEE3A-A845-7EB9-11B2-8C5AD0D68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4C71-939C-AE2B-F471-21445DFA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2784C-92F5-1AC5-2FB9-AD2EA86B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F072-7BA4-C475-E30A-9A6F7D40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7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B926-3A7D-3905-AB26-A55CB5D4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7C078-1277-6442-2A16-49DFF0D91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214D6-F7CC-DB3B-43E6-E4206B249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C5FC7-A887-7C00-84F8-A79760F6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CA733-4344-8768-4C96-79C72C83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78A32-7D71-C070-05FD-D6AE9761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365D-897C-EF12-6EAD-7A23AA153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0B77B-2E88-F68C-F134-326AD996B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1358C-AD12-EFFC-BD1C-1F04ABAD8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9C1D6-D723-D7A7-EF9B-3FED0B6F5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56448-8D14-E45D-23DA-015E0F046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E8645-DF7C-6A7A-39B7-15398505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CE5CA-2161-043B-6F98-0924E1DE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DA375C-46FC-2E76-C4AB-0E174A9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8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1C6A-F49A-76BF-BDD6-DB1DB8B3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42CE2-5AAA-149A-8655-B6719E4E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E37D1-37B5-CF12-E62A-0BF57D69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76E49-5F9C-938C-16D0-711468F6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2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59CC9-491E-B619-70F2-E8C097DC8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5E6E0-D6F2-C6AE-E425-8D5280B4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49592-6942-9F17-F9B5-DAB93FB3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F64F-1C5E-28FD-511A-894183C1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965E-D2FA-C535-6F3C-4B4AB209E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DF0C6-7A6C-C70C-039F-458530DD1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6D019-D823-30FD-B35F-D13FF76D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D7097-89E6-7603-BA65-C00065EA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779BA-8E06-91A5-A8C6-ABA70B0D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0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C99E-BFD0-19E1-4B51-9C9E73BA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C7786-4253-079E-CC5A-4767B759E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C4E3D-1C8E-955F-4886-34025466C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B66A5-9D4F-2A4F-A2FE-29BCA3DC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CB6AE-634A-1C27-E820-EC788402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5083B-EF30-4045-E072-6A9C4703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3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935D-543D-6922-7CF9-621DD4D8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3048B-6E5B-0648-9493-F6A8E51DB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22A60-4940-8313-634B-E42F12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AF64-2E15-DC27-C3AC-62CEC19E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A3120-B465-7640-31E7-D204AC95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0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A7B82-766E-1663-AB96-260B0423A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EED22-B52D-9821-8AE4-D9266B055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8DE16-5068-08ED-883D-CF77FD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C4B40-0068-5137-7603-DF563DB1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AD14-70C7-6862-0970-D8901DC6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5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14596-CD3C-FC8E-08B9-27996812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530F1-B98C-F08E-B387-566478A7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95249-4AB3-3B50-2EA5-2EB277F82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1BAE6-1777-2B47-8277-BCCFBB7201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6C15F-BC84-386D-382F-652B77FB7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E2CA5-54B8-D16B-1069-6C7F104D7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DE477-5951-8A49-8DE0-4DD16798C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4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3A4B83-532C-BD78-8EA5-5A0A87E967EB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80a0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0CCB3-D7A5-5484-82BE-723105F14675}"/>
              </a:ext>
            </a:extLst>
          </p:cNvPr>
          <p:cNvSpPr txBox="1"/>
          <p:nvPr/>
        </p:nvSpPr>
        <p:spPr>
          <a:xfrm>
            <a:off x="6676571" y="0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a12=36a0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A13E7-756F-B39D-D7AD-7043FDBFF02F}"/>
              </a:ext>
            </a:extLst>
          </p:cNvPr>
          <p:cNvSpPr txBox="1"/>
          <p:nvPr/>
        </p:nvSpPr>
        <p:spPr>
          <a:xfrm>
            <a:off x="3055256" y="877163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164.11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99C76-13D5-C5E0-F43F-03D6B72DFF93}"/>
              </a:ext>
            </a:extLst>
          </p:cNvPr>
          <p:cNvSpPr txBox="1"/>
          <p:nvPr/>
        </p:nvSpPr>
        <p:spPr>
          <a:xfrm>
            <a:off x="5979885" y="877163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164.29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8BF4C-E18A-D12F-E3D7-61FCACE5C523}"/>
              </a:ext>
            </a:extLst>
          </p:cNvPr>
          <p:cNvSpPr txBox="1"/>
          <p:nvPr/>
        </p:nvSpPr>
        <p:spPr>
          <a:xfrm>
            <a:off x="9351733" y="1009664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164.96</a:t>
            </a:r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C80EAA0C-E4A3-DF45-4796-E63DFD850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42" y="3429000"/>
            <a:ext cx="3784600" cy="2838450"/>
          </a:xfrm>
          <a:prstGeom prst="rect">
            <a:avLst/>
          </a:prstGeom>
        </p:spPr>
      </p:pic>
      <p:pic>
        <p:nvPicPr>
          <p:cNvPr id="12" name="Picture 11" descr="A graph of a red circle&#10;&#10;AI-generated content may be incorrect.">
            <a:extLst>
              <a:ext uri="{FF2B5EF4-FFF2-40B4-BE49-F238E27FC236}">
                <a16:creationId xmlns:a16="http://schemas.microsoft.com/office/drawing/2014/main" id="{9FCE262C-71E8-A28F-335A-8E8C2175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685" y="1246495"/>
            <a:ext cx="3265715" cy="2449286"/>
          </a:xfrm>
          <a:prstGeom prst="rect">
            <a:avLst/>
          </a:prstGeom>
        </p:spPr>
      </p:pic>
      <p:pic>
        <p:nvPicPr>
          <p:cNvPr id="14" name="Picture 13" descr="A graph of a graph&#10;&#10;AI-generated content may be incorrect.">
            <a:extLst>
              <a:ext uri="{FF2B5EF4-FFF2-40B4-BE49-F238E27FC236}">
                <a16:creationId xmlns:a16="http://schemas.microsoft.com/office/drawing/2014/main" id="{E733297A-B3D0-A1AA-33EA-291322226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841" y="3860448"/>
            <a:ext cx="3405413" cy="2554060"/>
          </a:xfrm>
          <a:prstGeom prst="rect">
            <a:avLst/>
          </a:prstGeom>
        </p:spPr>
      </p:pic>
      <p:pic>
        <p:nvPicPr>
          <p:cNvPr id="16" name="Picture 15" descr="A graph of a red circle&#10;&#10;AI-generated content may be incorrect.">
            <a:extLst>
              <a:ext uri="{FF2B5EF4-FFF2-40B4-BE49-F238E27FC236}">
                <a16:creationId xmlns:a16="http://schemas.microsoft.com/office/drawing/2014/main" id="{4CEDF3C6-9020-9633-7CD3-02280E59C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835" y="1314633"/>
            <a:ext cx="3405413" cy="2554060"/>
          </a:xfrm>
          <a:prstGeom prst="rect">
            <a:avLst/>
          </a:prstGeom>
        </p:spPr>
      </p:pic>
      <p:pic>
        <p:nvPicPr>
          <p:cNvPr id="18" name="Picture 1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522E2AF-B9E7-42A4-27B6-BB933030C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439" y="4078439"/>
            <a:ext cx="3325561" cy="2494171"/>
          </a:xfrm>
          <a:prstGeom prst="rect">
            <a:avLst/>
          </a:prstGeom>
        </p:spPr>
      </p:pic>
      <p:pic>
        <p:nvPicPr>
          <p:cNvPr id="20" name="Picture 19" descr="A graph of a red circle&#10;&#10;AI-generated content may be incorrect.">
            <a:extLst>
              <a:ext uri="{FF2B5EF4-FFF2-40B4-BE49-F238E27FC236}">
                <a16:creationId xmlns:a16="http://schemas.microsoft.com/office/drawing/2014/main" id="{243A96ED-E126-B345-B5BA-A09999981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837" y="1366277"/>
            <a:ext cx="3325561" cy="249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01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370A-3224-46A6-813B-5AABF983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DF2A1-DFF7-EDAB-BBD7-9D621DC63505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80a0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7FEFF-5E16-1E79-9B3D-9564E751C650}"/>
              </a:ext>
            </a:extLst>
          </p:cNvPr>
          <p:cNvSpPr txBox="1"/>
          <p:nvPr/>
        </p:nvSpPr>
        <p:spPr>
          <a:xfrm>
            <a:off x="6676571" y="0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a12=42a0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4B8F1-D3EC-DF2E-F1C4-E03BE56B4C04}"/>
              </a:ext>
            </a:extLst>
          </p:cNvPr>
          <p:cNvSpPr txBox="1"/>
          <p:nvPr/>
        </p:nvSpPr>
        <p:spPr>
          <a:xfrm>
            <a:off x="3055256" y="877163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164.74</a:t>
            </a: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68B0B1AF-F6B6-A5D2-DF7E-B47556135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43" y="1615710"/>
            <a:ext cx="5842000" cy="4381500"/>
          </a:xfrm>
          <a:prstGeom prst="rect">
            <a:avLst/>
          </a:prstGeom>
        </p:spPr>
      </p:pic>
      <p:pic>
        <p:nvPicPr>
          <p:cNvPr id="11" name="Picture 10" descr="A graph of a red circle&#10;&#10;AI-generated content may be incorrect.">
            <a:extLst>
              <a:ext uri="{FF2B5EF4-FFF2-40B4-BE49-F238E27FC236}">
                <a16:creationId xmlns:a16="http://schemas.microsoft.com/office/drawing/2014/main" id="{1EC6606A-36E6-2F0C-6C3E-2728431B2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14" y="1615710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76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2DE9-C991-6F10-E392-1F2A8BA7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4CA5E6-F722-0685-03B7-E406031490DA}"/>
              </a:ext>
            </a:extLst>
          </p:cNvPr>
          <p:cNvSpPr txBox="1"/>
          <p:nvPr/>
        </p:nvSpPr>
        <p:spPr>
          <a:xfrm>
            <a:off x="0" y="0"/>
            <a:ext cx="222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a11 = 65a0</a:t>
            </a:r>
          </a:p>
          <a:p>
            <a:r>
              <a:rPr lang="en-US" dirty="0"/>
              <a:t>b11 = 64a0</a:t>
            </a:r>
          </a:p>
          <a:p>
            <a:r>
              <a:rPr lang="en-US" dirty="0"/>
              <a:t>a22 = 80a0</a:t>
            </a:r>
          </a:p>
          <a:p>
            <a:r>
              <a:rPr lang="en-US" dirty="0" err="1"/>
              <a:t>fx</a:t>
            </a:r>
            <a:r>
              <a:rPr lang="en-US" dirty="0"/>
              <a:t> = 10 Hz</a:t>
            </a:r>
          </a:p>
          <a:p>
            <a:r>
              <a:rPr lang="en-US" dirty="0" err="1"/>
              <a:t>fy</a:t>
            </a:r>
            <a:r>
              <a:rPr lang="en-US" dirty="0"/>
              <a:t>=fz=150 Hz</a:t>
            </a:r>
          </a:p>
          <a:p>
            <a:r>
              <a:rPr lang="en-US" dirty="0"/>
              <a:t>N1=N2=30000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42954-0B8D-9DE2-2B63-19A6FFE6AD82}"/>
              </a:ext>
            </a:extLst>
          </p:cNvPr>
          <p:cNvSpPr txBox="1"/>
          <p:nvPr/>
        </p:nvSpPr>
        <p:spPr>
          <a:xfrm>
            <a:off x="6676571" y="0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a12=58a0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FD858-5ACE-423A-1E2B-D14ACA1AB9A2}"/>
              </a:ext>
            </a:extLst>
          </p:cNvPr>
          <p:cNvSpPr txBox="1"/>
          <p:nvPr/>
        </p:nvSpPr>
        <p:spPr>
          <a:xfrm>
            <a:off x="3055256" y="877163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166.17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4A35C-6549-1AD5-DF98-433AD5B9D1A3}"/>
              </a:ext>
            </a:extLst>
          </p:cNvPr>
          <p:cNvSpPr txBox="1"/>
          <p:nvPr/>
        </p:nvSpPr>
        <p:spPr>
          <a:xfrm>
            <a:off x="6741885" y="877163"/>
            <a:ext cx="1393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166.54</a:t>
            </a:r>
          </a:p>
        </p:txBody>
      </p:sp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1E07F024-09B9-83B2-37FB-172E2F463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66" y="3589564"/>
            <a:ext cx="3487057" cy="2615293"/>
          </a:xfrm>
          <a:prstGeom prst="rect">
            <a:avLst/>
          </a:prstGeom>
        </p:spPr>
      </p:pic>
      <p:pic>
        <p:nvPicPr>
          <p:cNvPr id="10" name="Picture 9" descr="A graph of a red circle&#10;&#10;AI-generated content may be incorrect.">
            <a:extLst>
              <a:ext uri="{FF2B5EF4-FFF2-40B4-BE49-F238E27FC236}">
                <a16:creationId xmlns:a16="http://schemas.microsoft.com/office/drawing/2014/main" id="{60E68963-EA0D-6463-6A33-2AC28A4AA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943" y="1238250"/>
            <a:ext cx="3384797" cy="2538598"/>
          </a:xfrm>
          <a:prstGeom prst="rect">
            <a:avLst/>
          </a:prstGeom>
        </p:spPr>
      </p:pic>
      <p:pic>
        <p:nvPicPr>
          <p:cNvPr id="13" name="Picture 12" descr="A graph showing a red circle&#10;&#10;AI-generated content may be incorrect.">
            <a:extLst>
              <a:ext uri="{FF2B5EF4-FFF2-40B4-BE49-F238E27FC236}">
                <a16:creationId xmlns:a16="http://schemas.microsoft.com/office/drawing/2014/main" id="{E3D1066D-31E7-8DA1-3FBC-CB9C025AB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959" y="1288048"/>
            <a:ext cx="2853710" cy="2140283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70DE0860-7F12-4F30-3EC5-595C0D08E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538" y="3420086"/>
            <a:ext cx="3713028" cy="278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7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</Words>
  <Application>Microsoft Macintosh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3</cp:revision>
  <dcterms:created xsi:type="dcterms:W3CDTF">2026-03-11T21:20:06Z</dcterms:created>
  <dcterms:modified xsi:type="dcterms:W3CDTF">2026-03-11T21:36:15Z</dcterms:modified>
</cp:coreProperties>
</file>