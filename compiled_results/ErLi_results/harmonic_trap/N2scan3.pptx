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72"/>
  </p:normalViewPr>
  <p:slideViewPr>
    <p:cSldViewPr snapToGrid="0">
      <p:cViewPr varScale="1">
        <p:scale>
          <a:sx n="88" d="100"/>
          <a:sy n="88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2A79-74A3-9740-A59C-C8F69E634BAF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B3E39-DAC9-3547-80E4-9F1277B49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3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B3E39-DAC9-3547-80E4-9F1277B49D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31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BD49-1F5D-0819-CA16-A85D1261F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B75F5-52CB-CA67-F759-F7143CDCB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DEEA4-2F9D-5B93-4F36-8AA235BC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A0CF-092E-84BF-679B-271AE83F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1BDBE-234D-AC09-D6BE-340EF505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7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0096-9E6E-6586-1679-F7C4213D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FB420-2E6B-7E16-53D5-1B5230BFE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E87E4-C762-6DF3-3C26-DD9444F0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9F89B-21D0-EF71-206B-452E20CE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53E1B-D3B9-09BE-2541-DD588D24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2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F0BA-23DB-200B-416F-727B515E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42A5F-C264-7C12-105A-044F2AC4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500B-A137-602D-B746-0F5F387E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2AC2A-88D9-69BC-6B4E-FE86C096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BA9C5-660F-0FD9-C54F-693A790B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1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860D-FAB4-563C-4789-94B0D18B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6B85-DE5C-CCE1-F235-C08B43693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490F1-A46E-04A1-4BBC-48CF4A9F0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317FE-D719-6F37-4820-9D732EE2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B2CAD-4F0C-CD0D-68E1-FD095576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53ED0-B99B-E9D6-0EAD-BED13395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4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AD6D-A02F-9178-29D7-2C7C0C51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40909-197B-A610-83DF-1DB075887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9EB21-ABF7-6E84-0AFA-796C51E67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E1AFE-B3BE-0F23-96E1-341BA94BB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2AE1CB-C163-49E4-4AB8-248603681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21AF9-751E-1247-79C4-B1C63599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118A6-5C3E-C2A2-3237-50AEDE8C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B94C83-F6B3-C8C4-8EA3-6B414952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3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5063-4821-A3BA-B195-122597BF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3F2C6-5563-5EA0-8E60-EA54DD3B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2BB43-6D34-1F17-AFCD-F7DA0CC7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478D0C-410B-CF36-D994-63C93921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2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1B628-A2E7-B389-76FA-9EF0CAC1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3FF23-3B6C-63A9-C567-3FB53DE3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82D2C-900E-99EC-D7BE-FABCA006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1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3A76-1668-956D-5257-2A9E3454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942A7-9E78-D7F1-CF12-94D181732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BBB31-BE96-049E-BF3B-85156E5CA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8C859-D14F-2A72-6046-B07117B1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7A533-2798-2288-D7A9-D7FE88CD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458FF-BF18-EF15-7D59-02BAB877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2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AF49-7476-295C-0CFE-B5975D1C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A9910-3288-BC72-D27C-05F767AEA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54B0B-151D-74F4-1299-4CBCA5E8F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205F9-4CDA-C0D3-C2F1-9D157D6F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63FE0-2241-BD08-C123-3FF6C918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FF6E-7897-D700-F8A6-2D14F656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5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382E-FEA3-AE9B-4639-7B435691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BA021-B39F-3876-2858-02FD897B9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8ACF2-8C8E-E45F-EC22-F8F7184B3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B074-F008-D008-91D9-0DA69E2F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A2072-A76E-AE6A-827F-16C338EC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3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A15F2-182F-6888-9666-1BACC375B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02296-A6BF-8A5E-C34C-9DE337016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4512-8C92-2B15-68DF-A54008AED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B5558-1109-A979-7E23-5EA82835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CFA7-60F1-874C-A9F1-463E2211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8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FB4A4-D78E-F08E-027C-D9225E89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839C9-82F0-254F-F0AA-C74269A89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4EBD7-E81E-457F-490B-61E7CA1EC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4F46C-4AB4-1A4D-AB62-FE17E07D8B8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52B10-B325-143C-BADA-0B01AD36B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8902A-5158-6E44-341B-4C2BBB5ED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476BB-0648-2245-8E1D-7C9A091F2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8B27ED-27DF-9BB2-F17D-F78FDAD4E23E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E778A-0D19-D682-E6A1-AB754A4CD623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20a0 </a:t>
            </a:r>
          </a:p>
        </p:txBody>
      </p:sp>
      <p:pic>
        <p:nvPicPr>
          <p:cNvPr id="3" name="Picture 2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14B01871-6ADD-4600-F9BC-F9550923F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899" y="3807279"/>
            <a:ext cx="3245152" cy="2433864"/>
          </a:xfrm>
          <a:prstGeom prst="rect">
            <a:avLst/>
          </a:prstGeom>
        </p:spPr>
      </p:pic>
      <p:pic>
        <p:nvPicPr>
          <p:cNvPr id="7" name="Picture 6" descr="A red circle with black lines&#10;&#10;AI-generated content may be incorrect.">
            <a:extLst>
              <a:ext uri="{FF2B5EF4-FFF2-40B4-BE49-F238E27FC236}">
                <a16:creationId xmlns:a16="http://schemas.microsoft.com/office/drawing/2014/main" id="{98680A4B-1639-C3BB-7F7F-5A8A3A31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757" y="1165680"/>
            <a:ext cx="3245152" cy="2433864"/>
          </a:xfrm>
          <a:prstGeom prst="rect">
            <a:avLst/>
          </a:prstGeom>
        </p:spPr>
      </p:pic>
      <p:pic>
        <p:nvPicPr>
          <p:cNvPr id="11" name="Picture 10" descr="A graph of a red and blue line&#10;&#10;AI-generated content may be incorrect.">
            <a:extLst>
              <a:ext uri="{FF2B5EF4-FFF2-40B4-BE49-F238E27FC236}">
                <a16:creationId xmlns:a16="http://schemas.microsoft.com/office/drawing/2014/main" id="{F0FD2F12-B870-8E72-CB08-E1BD1AC26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854" y="3807279"/>
            <a:ext cx="3405717" cy="2554288"/>
          </a:xfrm>
          <a:prstGeom prst="rect">
            <a:avLst/>
          </a:prstGeom>
        </p:spPr>
      </p:pic>
      <p:pic>
        <p:nvPicPr>
          <p:cNvPr id="13" name="Picture 12" descr="A graph of a red circle&#10;&#10;AI-generated content may be incorrect.">
            <a:extLst>
              <a:ext uri="{FF2B5EF4-FFF2-40B4-BE49-F238E27FC236}">
                <a16:creationId xmlns:a16="http://schemas.microsoft.com/office/drawing/2014/main" id="{5A41A2FD-6122-EB0B-E12A-B9CF1A00E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0712" y="1165680"/>
            <a:ext cx="3542090" cy="26565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7B5124-063E-3350-3226-FF0D3F5E2674}"/>
              </a:ext>
            </a:extLst>
          </p:cNvPr>
          <p:cNvSpPr txBox="1"/>
          <p:nvPr/>
        </p:nvSpPr>
        <p:spPr>
          <a:xfrm>
            <a:off x="8135257" y="692666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25a0 </a:t>
            </a:r>
          </a:p>
        </p:txBody>
      </p:sp>
    </p:spTree>
    <p:extLst>
      <p:ext uri="{BB962C8B-B14F-4D97-AF65-F5344CB8AC3E}">
        <p14:creationId xmlns:p14="http://schemas.microsoft.com/office/powerpoint/2010/main" val="13543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A38D-6891-5022-A681-491F878B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D022B-682B-327E-8245-D669AAC88BBC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09030-28A0-A7AC-2D29-94418DAF308F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31a0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6B9109-44DB-5B37-8137-1A21374A4702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155.88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77F7B-958A-C942-D13B-FDE49B43ADF7}"/>
              </a:ext>
            </a:extLst>
          </p:cNvPr>
          <p:cNvSpPr txBox="1"/>
          <p:nvPr/>
        </p:nvSpPr>
        <p:spPr>
          <a:xfrm>
            <a:off x="4622800" y="1569660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156.05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1445B-5F2F-DFCD-5033-16466572B089}"/>
              </a:ext>
            </a:extLst>
          </p:cNvPr>
          <p:cNvSpPr txBox="1"/>
          <p:nvPr/>
        </p:nvSpPr>
        <p:spPr>
          <a:xfrm>
            <a:off x="8302172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156.24</a:t>
            </a:r>
            <a:endParaRPr lang="en-US" dirty="0"/>
          </a:p>
        </p:txBody>
      </p:sp>
      <p:pic>
        <p:nvPicPr>
          <p:cNvPr id="12" name="Picture 11" descr="A graph of a red circle&#10;&#10;AI-generated content may be incorrect.">
            <a:extLst>
              <a:ext uri="{FF2B5EF4-FFF2-40B4-BE49-F238E27FC236}">
                <a16:creationId xmlns:a16="http://schemas.microsoft.com/office/drawing/2014/main" id="{3D07498A-5A7B-F8A0-B88F-B7418BDB8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828" y="2065841"/>
            <a:ext cx="3015815" cy="2261861"/>
          </a:xfrm>
          <a:prstGeom prst="rect">
            <a:avLst/>
          </a:prstGeom>
        </p:spPr>
      </p:pic>
      <p:pic>
        <p:nvPicPr>
          <p:cNvPr id="14" name="Picture 13" descr="A graph of a red circle&#10;&#10;AI-generated content may be incorrect.">
            <a:extLst>
              <a:ext uri="{FF2B5EF4-FFF2-40B4-BE49-F238E27FC236}">
                <a16:creationId xmlns:a16="http://schemas.microsoft.com/office/drawing/2014/main" id="{3845BEE1-2431-DECF-4B32-764ABF7AF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2" y="2063938"/>
            <a:ext cx="3015816" cy="2261862"/>
          </a:xfrm>
          <a:prstGeom prst="rect">
            <a:avLst/>
          </a:prstGeom>
        </p:spPr>
      </p:pic>
      <p:pic>
        <p:nvPicPr>
          <p:cNvPr id="16" name="Picture 15" descr="A graph of a red circle&#10;&#10;AI-generated content may be incorrect.">
            <a:extLst>
              <a:ext uri="{FF2B5EF4-FFF2-40B4-BE49-F238E27FC236}">
                <a16:creationId xmlns:a16="http://schemas.microsoft.com/office/drawing/2014/main" id="{EA876E93-7774-44F6-525A-207126AF0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938" y="1937089"/>
            <a:ext cx="3015815" cy="226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61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E76E-5805-97CE-E40C-413692E1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3000CE-8239-64FD-250A-3225C6BB27F5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E5E08-D029-16FC-EF5E-5E8F8B570F5D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36a0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18AC9B-7CC3-ABB3-F7C3-312B3E5414CA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157.05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23DD8-E8D7-7EC8-DCDC-29A04FA62885}"/>
              </a:ext>
            </a:extLst>
          </p:cNvPr>
          <p:cNvSpPr txBox="1"/>
          <p:nvPr/>
        </p:nvSpPr>
        <p:spPr>
          <a:xfrm>
            <a:off x="5334000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156.95</a:t>
            </a:r>
          </a:p>
        </p:txBody>
      </p:sp>
      <p:pic>
        <p:nvPicPr>
          <p:cNvPr id="7" name="Picture 6" descr="A graph of a red circle&#10;&#10;AI-generated content may be incorrect.">
            <a:extLst>
              <a:ext uri="{FF2B5EF4-FFF2-40B4-BE49-F238E27FC236}">
                <a16:creationId xmlns:a16="http://schemas.microsoft.com/office/drawing/2014/main" id="{8B04E664-9F37-A131-3B2A-CD9040FD8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57" y="1889407"/>
            <a:ext cx="2906486" cy="2179865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2625CA80-F70A-4582-391A-A60493EBC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57" y="4204354"/>
            <a:ext cx="3101455" cy="2326091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141E4AE1-2E24-EEDF-9A2C-1CEFF65F4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477" y="4069272"/>
            <a:ext cx="3281564" cy="2461173"/>
          </a:xfrm>
          <a:prstGeom prst="rect">
            <a:avLst/>
          </a:prstGeom>
        </p:spPr>
      </p:pic>
      <p:pic>
        <p:nvPicPr>
          <p:cNvPr id="17" name="Picture 16" descr="A graph of a red circle&#10;&#10;AI-generated content may be incorrect.">
            <a:extLst>
              <a:ext uri="{FF2B5EF4-FFF2-40B4-BE49-F238E27FC236}">
                <a16:creationId xmlns:a16="http://schemas.microsoft.com/office/drawing/2014/main" id="{F5FCBF55-B186-6A27-9AF2-33A144A0D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599" y="2098958"/>
            <a:ext cx="2627086" cy="197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9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EC6D-052B-A74A-BF1F-10F493DA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F7368B-22E8-C9FC-E716-FFB375D105D5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0AF74-6F92-6522-CFCF-E7C545608BAF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42a0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CABA6E-F818-52C9-5F9C-B0425ADCF8ED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157.13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63F94-0AF3-699B-8367-B06EC4F33476}"/>
              </a:ext>
            </a:extLst>
          </p:cNvPr>
          <p:cNvSpPr txBox="1"/>
          <p:nvPr/>
        </p:nvSpPr>
        <p:spPr>
          <a:xfrm>
            <a:off x="5334000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157.38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3B49DFF-A0BF-B5D1-F697-E4E7D1B6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13" y="4149911"/>
            <a:ext cx="2910114" cy="2182586"/>
          </a:xfrm>
          <a:prstGeom prst="rect">
            <a:avLst/>
          </a:prstGeom>
        </p:spPr>
      </p:pic>
      <p:pic>
        <p:nvPicPr>
          <p:cNvPr id="11" name="Picture 10" descr="A graph of a red circle&#10;&#10;AI-generated content may be incorrect.">
            <a:extLst>
              <a:ext uri="{FF2B5EF4-FFF2-40B4-BE49-F238E27FC236}">
                <a16:creationId xmlns:a16="http://schemas.microsoft.com/office/drawing/2014/main" id="{4CF1BF9B-61E2-850C-BA44-1935BFB5D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13" y="2104607"/>
            <a:ext cx="2503715" cy="1877786"/>
          </a:xfrm>
          <a:prstGeom prst="rect">
            <a:avLst/>
          </a:prstGeom>
        </p:spPr>
      </p:pic>
      <p:pic>
        <p:nvPicPr>
          <p:cNvPr id="14" name="Picture 13" descr="A graph of a red circle&#10;&#10;AI-generated content may be incorrect.">
            <a:extLst>
              <a:ext uri="{FF2B5EF4-FFF2-40B4-BE49-F238E27FC236}">
                <a16:creationId xmlns:a16="http://schemas.microsoft.com/office/drawing/2014/main" id="{9A2B0D94-A7BB-6713-847F-76AA5C0A9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00" y="1937089"/>
            <a:ext cx="3196771" cy="2397578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323A4B3A-7409-A385-57E5-5AA16A3C6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4334667"/>
            <a:ext cx="2921000" cy="2190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7A2A0B-A62F-D316-6601-02A4F859369A}"/>
              </a:ext>
            </a:extLst>
          </p:cNvPr>
          <p:cNvSpPr txBox="1"/>
          <p:nvPr/>
        </p:nvSpPr>
        <p:spPr>
          <a:xfrm>
            <a:off x="8530771" y="1658898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157.60</a:t>
            </a:r>
          </a:p>
        </p:txBody>
      </p:sp>
      <p:pic>
        <p:nvPicPr>
          <p:cNvPr id="20" name="Picture 19" descr="A graph of a graph&#10;&#10;AI-generated content may be incorrect.">
            <a:extLst>
              <a:ext uri="{FF2B5EF4-FFF2-40B4-BE49-F238E27FC236}">
                <a16:creationId xmlns:a16="http://schemas.microsoft.com/office/drawing/2014/main" id="{3E8140CB-290A-0B14-6B96-E57265D7D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1170" y="4149911"/>
            <a:ext cx="3439885" cy="2579914"/>
          </a:xfrm>
          <a:prstGeom prst="rect">
            <a:avLst/>
          </a:prstGeom>
        </p:spPr>
      </p:pic>
      <p:pic>
        <p:nvPicPr>
          <p:cNvPr id="22" name="Picture 21" descr="A graph of a red circle&#10;&#10;AI-generated content may be incorrect.">
            <a:extLst>
              <a:ext uri="{FF2B5EF4-FFF2-40B4-BE49-F238E27FC236}">
                <a16:creationId xmlns:a16="http://schemas.microsoft.com/office/drawing/2014/main" id="{6A3C3648-5E44-5320-6E64-3B4B1CC64A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974" y="2104607"/>
            <a:ext cx="2910114" cy="218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8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0204-D766-95C9-7092-712A3579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7F44CD-1B9B-ED68-5942-F24160DE2F89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5DBE6-DD8E-2752-4087-CAED85DA79CF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47a0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BB4FB5-026C-F956-1C46-2429A92E6FD5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157.47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A8F48-8FD4-8243-E31E-8615E616D73C}"/>
              </a:ext>
            </a:extLst>
          </p:cNvPr>
          <p:cNvSpPr txBox="1"/>
          <p:nvPr/>
        </p:nvSpPr>
        <p:spPr>
          <a:xfrm>
            <a:off x="5334000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158.10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B2A30AA8-9C15-6EAB-8AE8-A54BAA2E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613" y="4051639"/>
            <a:ext cx="3385457" cy="2539093"/>
          </a:xfrm>
          <a:prstGeom prst="rect">
            <a:avLst/>
          </a:prstGeom>
        </p:spPr>
      </p:pic>
      <p:pic>
        <p:nvPicPr>
          <p:cNvPr id="10" name="Picture 9" descr="A graph of a red circle&#10;&#10;AI-generated content may be incorrect.">
            <a:extLst>
              <a:ext uri="{FF2B5EF4-FFF2-40B4-BE49-F238E27FC236}">
                <a16:creationId xmlns:a16="http://schemas.microsoft.com/office/drawing/2014/main" id="{7E9D77D0-D1A5-770C-5EA1-61DEF0AAE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685" y="1937089"/>
            <a:ext cx="2819400" cy="2114550"/>
          </a:xfrm>
          <a:prstGeom prst="rect">
            <a:avLst/>
          </a:prstGeom>
        </p:spPr>
      </p:pic>
      <p:pic>
        <p:nvPicPr>
          <p:cNvPr id="13" name="Picture 12" descr="A graph of a graph of a line&#10;&#10;AI-generated content may be incorrect.">
            <a:extLst>
              <a:ext uri="{FF2B5EF4-FFF2-40B4-BE49-F238E27FC236}">
                <a16:creationId xmlns:a16="http://schemas.microsoft.com/office/drawing/2014/main" id="{69DD5CE6-9107-5D3A-B4EB-43493E5B7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002" y="4198383"/>
            <a:ext cx="3189798" cy="2392349"/>
          </a:xfrm>
          <a:prstGeom prst="rect">
            <a:avLst/>
          </a:prstGeom>
        </p:spPr>
      </p:pic>
      <p:pic>
        <p:nvPicPr>
          <p:cNvPr id="17" name="Picture 16" descr="A graph of a red circle&#10;&#10;AI-generated content may be incorrect.">
            <a:extLst>
              <a:ext uri="{FF2B5EF4-FFF2-40B4-BE49-F238E27FC236}">
                <a16:creationId xmlns:a16="http://schemas.microsoft.com/office/drawing/2014/main" id="{F2FC532B-8446-18A3-E4F1-59CD7DDC1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356" y="1901069"/>
            <a:ext cx="3063083" cy="229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83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E4FE-E56D-CD65-85C7-3313EF85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068C10-7517-7459-9323-D75887CFE3D6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13A83-65A9-85D5-C03C-CD99650F7BC2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53a0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40ED6-1573-0393-A1B1-4F9A78891365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158.49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EDAA-F266-95BD-3A71-5A29907162ED}"/>
              </a:ext>
            </a:extLst>
          </p:cNvPr>
          <p:cNvSpPr txBox="1"/>
          <p:nvPr/>
        </p:nvSpPr>
        <p:spPr>
          <a:xfrm>
            <a:off x="5334000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158.94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2B42C7EE-356A-46A8-076B-0DD2FD7E5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629" y="4401457"/>
            <a:ext cx="2839961" cy="2129971"/>
          </a:xfrm>
          <a:prstGeom prst="rect">
            <a:avLst/>
          </a:prstGeom>
        </p:spPr>
      </p:pic>
      <p:pic>
        <p:nvPicPr>
          <p:cNvPr id="11" name="Picture 10" descr="A graph of a red circle&#10;&#10;AI-generated content may be incorrect.">
            <a:extLst>
              <a:ext uri="{FF2B5EF4-FFF2-40B4-BE49-F238E27FC236}">
                <a16:creationId xmlns:a16="http://schemas.microsoft.com/office/drawing/2014/main" id="{BCA567C6-ABBD-8CF1-7F5A-2527A22CD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629" y="2104287"/>
            <a:ext cx="2839962" cy="2129971"/>
          </a:xfrm>
          <a:prstGeom prst="rect">
            <a:avLst/>
          </a:prstGeom>
        </p:spPr>
      </p:pic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86AF9814-0071-EE34-03DC-A87AC150D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866" y="4210050"/>
            <a:ext cx="3095171" cy="2321378"/>
          </a:xfrm>
          <a:prstGeom prst="rect">
            <a:avLst/>
          </a:prstGeom>
        </p:spPr>
      </p:pic>
      <p:pic>
        <p:nvPicPr>
          <p:cNvPr id="16" name="Picture 15" descr="A graph of a red circle&#10;&#10;AI-generated content may be incorrect.">
            <a:extLst>
              <a:ext uri="{FF2B5EF4-FFF2-40B4-BE49-F238E27FC236}">
                <a16:creationId xmlns:a16="http://schemas.microsoft.com/office/drawing/2014/main" id="{30FF4FF1-3AD9-45FB-B135-73B3310A6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6" y="1954633"/>
            <a:ext cx="2839962" cy="212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6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4C1C-865E-3723-2103-F9969E87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AB86E3-E64B-0F7E-719F-7DF2EC03DDF3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F2FB6-6A03-DDDE-FE10-AEB4C59AF4F9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58a0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2BAC91-9FDB-0FDD-F3E5-48B2B07E5687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A01C4-FDF0-39D6-31FA-3E8943F3A949}"/>
              </a:ext>
            </a:extLst>
          </p:cNvPr>
          <p:cNvSpPr txBox="1"/>
          <p:nvPr/>
        </p:nvSpPr>
        <p:spPr>
          <a:xfrm>
            <a:off x="6183089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E0FDD-0C2B-7B40-8A43-E838766E8725}"/>
              </a:ext>
            </a:extLst>
          </p:cNvPr>
          <p:cNvSpPr txBox="1"/>
          <p:nvPr/>
        </p:nvSpPr>
        <p:spPr>
          <a:xfrm>
            <a:off x="8995234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160.00</a:t>
            </a:r>
          </a:p>
        </p:txBody>
      </p:sp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7624B7BE-AA8E-D1EA-A2AE-6F71E5FBF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12" y="4340678"/>
            <a:ext cx="3200400" cy="2400300"/>
          </a:xfrm>
          <a:prstGeom prst="rect">
            <a:avLst/>
          </a:prstGeom>
        </p:spPr>
      </p:pic>
      <p:pic>
        <p:nvPicPr>
          <p:cNvPr id="12" name="Picture 11" descr="A graph of a red circle&#10;&#10;AI-generated content may be incorrect.">
            <a:extLst>
              <a:ext uri="{FF2B5EF4-FFF2-40B4-BE49-F238E27FC236}">
                <a16:creationId xmlns:a16="http://schemas.microsoft.com/office/drawing/2014/main" id="{5A2209F9-0EDB-3896-F047-074480500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12" y="1983492"/>
            <a:ext cx="2899230" cy="2174423"/>
          </a:xfrm>
          <a:prstGeom prst="rect">
            <a:avLst/>
          </a:prstGeom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029B208E-916D-B125-28FD-4336DE614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629" y="4157915"/>
            <a:ext cx="3200399" cy="2400300"/>
          </a:xfrm>
          <a:prstGeom prst="rect">
            <a:avLst/>
          </a:prstGeom>
        </p:spPr>
      </p:pic>
      <p:pic>
        <p:nvPicPr>
          <p:cNvPr id="18" name="Picture 17" descr="A graph of a red circle&#10;&#10;AI-generated content may be incorrect.">
            <a:extLst>
              <a:ext uri="{FF2B5EF4-FFF2-40B4-BE49-F238E27FC236}">
                <a16:creationId xmlns:a16="http://schemas.microsoft.com/office/drawing/2014/main" id="{98AFB617-996C-6B04-06E0-2DEBBE082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629" y="1937089"/>
            <a:ext cx="2899231" cy="21744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D63410-71B1-68FD-523F-6B3016853618}"/>
              </a:ext>
            </a:extLst>
          </p:cNvPr>
          <p:cNvSpPr txBox="1"/>
          <p:nvPr/>
        </p:nvSpPr>
        <p:spPr>
          <a:xfrm>
            <a:off x="4078514" y="1476376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158.53</a:t>
            </a:r>
          </a:p>
        </p:txBody>
      </p:sp>
      <p:pic>
        <p:nvPicPr>
          <p:cNvPr id="21" name="Picture 20" descr="A graph of a red circle&#10;&#10;AI-generated content may be incorrect.">
            <a:extLst>
              <a:ext uri="{FF2B5EF4-FFF2-40B4-BE49-F238E27FC236}">
                <a16:creationId xmlns:a16="http://schemas.microsoft.com/office/drawing/2014/main" id="{4FB56490-FAF2-B3C0-FEEA-D3CA8FFE9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2528" y="2302973"/>
            <a:ext cx="2339101" cy="1754326"/>
          </a:xfrm>
          <a:prstGeom prst="rect">
            <a:avLst/>
          </a:prstGeom>
        </p:spPr>
      </p:pic>
      <p:pic>
        <p:nvPicPr>
          <p:cNvPr id="23" name="Picture 22" descr="A graph of a graph&#10;&#10;AI-generated content may be incorrect.">
            <a:extLst>
              <a:ext uri="{FF2B5EF4-FFF2-40B4-BE49-F238E27FC236}">
                <a16:creationId xmlns:a16="http://schemas.microsoft.com/office/drawing/2014/main" id="{72ED2F4E-65F2-6279-3484-BEBBD2D01A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7443" y="4615180"/>
            <a:ext cx="2590713" cy="1943035"/>
          </a:xfrm>
          <a:prstGeom prst="rect">
            <a:avLst/>
          </a:prstGeom>
        </p:spPr>
      </p:pic>
      <p:pic>
        <p:nvPicPr>
          <p:cNvPr id="25" name="Picture 24" descr="A graph of a graph&#10;&#10;AI-generated content may be incorrect.">
            <a:extLst>
              <a:ext uri="{FF2B5EF4-FFF2-40B4-BE49-F238E27FC236}">
                <a16:creationId xmlns:a16="http://schemas.microsoft.com/office/drawing/2014/main" id="{23FCF040-5340-CE28-D220-813A11187F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1428" y="4340678"/>
            <a:ext cx="3200400" cy="2400300"/>
          </a:xfrm>
          <a:prstGeom prst="rect">
            <a:avLst/>
          </a:prstGeom>
        </p:spPr>
      </p:pic>
      <p:pic>
        <p:nvPicPr>
          <p:cNvPr id="27" name="Picture 26" descr="A graph of a red circle&#10;&#10;AI-generated content may be incorrect.">
            <a:extLst>
              <a:ext uri="{FF2B5EF4-FFF2-40B4-BE49-F238E27FC236}">
                <a16:creationId xmlns:a16="http://schemas.microsoft.com/office/drawing/2014/main" id="{1C7BCD78-C637-DA7E-92E1-9CB439EB5F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6769" y="2173389"/>
            <a:ext cx="2889719" cy="216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3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F2BC-5382-11C2-6DDE-B1ECCB0A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95E912-C0E2-D8D1-9B04-69DEE204BDAA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AA262-7503-5A73-0DA6-E500D8A83302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64a0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539EB-675E-145F-860F-4AF760E2FE25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5BC8B-892E-F911-A7C4-AF1AEBEC310D}"/>
              </a:ext>
            </a:extLst>
          </p:cNvPr>
          <p:cNvSpPr txBox="1"/>
          <p:nvPr/>
        </p:nvSpPr>
        <p:spPr>
          <a:xfrm>
            <a:off x="7075714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159.11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DC048-B726-34C4-1AFB-52B7090F33FE}"/>
              </a:ext>
            </a:extLst>
          </p:cNvPr>
          <p:cNvSpPr txBox="1"/>
          <p:nvPr/>
        </p:nvSpPr>
        <p:spPr>
          <a:xfrm>
            <a:off x="403497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158.68</a:t>
            </a:r>
          </a:p>
        </p:txBody>
      </p:sp>
      <p:pic>
        <p:nvPicPr>
          <p:cNvPr id="8" name="Picture 7" descr="A graph of a red circle&#10;&#10;AI-generated content may be incorrect.">
            <a:extLst>
              <a:ext uri="{FF2B5EF4-FFF2-40B4-BE49-F238E27FC236}">
                <a16:creationId xmlns:a16="http://schemas.microsoft.com/office/drawing/2014/main" id="{62E90956-1ED3-F7AA-2242-6BC1C879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472" y="1937089"/>
            <a:ext cx="2543629" cy="1907722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DBF8DAC7-7833-69AE-0414-7C831E74A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710" y="3964561"/>
            <a:ext cx="3535152" cy="2651364"/>
          </a:xfrm>
          <a:prstGeom prst="rect">
            <a:avLst/>
          </a:prstGeom>
        </p:spPr>
      </p:pic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F11A81C9-AA00-A56A-4C19-A42528224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2" y="4483726"/>
            <a:ext cx="2504748" cy="1878561"/>
          </a:xfrm>
          <a:prstGeom prst="rect">
            <a:avLst/>
          </a:prstGeom>
        </p:spPr>
      </p:pic>
      <p:pic>
        <p:nvPicPr>
          <p:cNvPr id="17" name="Picture 16" descr="A graph of a red circle&#10;&#10;AI-generated content may be incorrect.">
            <a:extLst>
              <a:ext uri="{FF2B5EF4-FFF2-40B4-BE49-F238E27FC236}">
                <a16:creationId xmlns:a16="http://schemas.microsoft.com/office/drawing/2014/main" id="{A572BCFA-BEDB-6C2F-92E3-88DD2C691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42" y="1903237"/>
            <a:ext cx="2504748" cy="1878561"/>
          </a:xfrm>
          <a:prstGeom prst="rect">
            <a:avLst/>
          </a:prstGeom>
        </p:spPr>
      </p:pic>
      <p:pic>
        <p:nvPicPr>
          <p:cNvPr id="22" name="Picture 21" descr="A graph of a red circle&#10;&#10;AI-generated content may be incorrect.">
            <a:extLst>
              <a:ext uri="{FF2B5EF4-FFF2-40B4-BE49-F238E27FC236}">
                <a16:creationId xmlns:a16="http://schemas.microsoft.com/office/drawing/2014/main" id="{39A213E2-C39A-FA0F-C88F-C225BEA6EA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862" y="2056839"/>
            <a:ext cx="2913743" cy="2185307"/>
          </a:xfrm>
          <a:prstGeom prst="rect">
            <a:avLst/>
          </a:prstGeom>
        </p:spPr>
      </p:pic>
      <p:pic>
        <p:nvPicPr>
          <p:cNvPr id="26" name="Picture 25" descr="A graph of a graph&#10;&#10;AI-generated content may be incorrect.">
            <a:extLst>
              <a:ext uri="{FF2B5EF4-FFF2-40B4-BE49-F238E27FC236}">
                <a16:creationId xmlns:a16="http://schemas.microsoft.com/office/drawing/2014/main" id="{04501210-8880-0510-87C3-5B2350202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7571" y="4369071"/>
            <a:ext cx="2913743" cy="21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99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0DBF-EF30-DBC5-C144-E10D8B8F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3C2515-DAC3-D5B9-3D7A-FC22EE498BC7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65a0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01F0D-C171-5C43-A759-6A39610808F8}"/>
              </a:ext>
            </a:extLst>
          </p:cNvPr>
          <p:cNvSpPr txBox="1"/>
          <p:nvPr/>
        </p:nvSpPr>
        <p:spPr>
          <a:xfrm>
            <a:off x="4622800" y="6168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 = 70a0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FAE28E-D92E-2285-0EA4-AFFC6B547583}"/>
              </a:ext>
            </a:extLst>
          </p:cNvPr>
          <p:cNvSpPr txBox="1"/>
          <p:nvPr/>
        </p:nvSpPr>
        <p:spPr>
          <a:xfrm>
            <a:off x="16691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158.90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59C28-2AF4-C218-87CB-C772C018A16A}"/>
              </a:ext>
            </a:extLst>
          </p:cNvPr>
          <p:cNvSpPr txBox="1"/>
          <p:nvPr/>
        </p:nvSpPr>
        <p:spPr>
          <a:xfrm>
            <a:off x="9412514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160.0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2BC4AD-E498-5AEB-B42E-27E56FAEABAB}"/>
              </a:ext>
            </a:extLst>
          </p:cNvPr>
          <p:cNvSpPr txBox="1"/>
          <p:nvPr/>
        </p:nvSpPr>
        <p:spPr>
          <a:xfrm>
            <a:off x="403497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159.53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6939F2-2341-74D9-BF20-8E89A3ABA4A7}"/>
              </a:ext>
            </a:extLst>
          </p:cNvPr>
          <p:cNvSpPr txBox="1"/>
          <p:nvPr/>
        </p:nvSpPr>
        <p:spPr>
          <a:xfrm>
            <a:off x="6723743" y="1567757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159.95</a:t>
            </a:r>
          </a:p>
        </p:txBody>
      </p:sp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F8D219C-1F08-7988-0CFE-16613BFC6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87" y="4367553"/>
            <a:ext cx="3334656" cy="2500992"/>
          </a:xfrm>
          <a:prstGeom prst="rect">
            <a:avLst/>
          </a:prstGeom>
        </p:spPr>
      </p:pic>
      <p:pic>
        <p:nvPicPr>
          <p:cNvPr id="13" name="Picture 12" descr="A graph of a red circle&#10;&#10;AI-generated content may be incorrect.">
            <a:extLst>
              <a:ext uri="{FF2B5EF4-FFF2-40B4-BE49-F238E27FC236}">
                <a16:creationId xmlns:a16="http://schemas.microsoft.com/office/drawing/2014/main" id="{7A0C2E9A-62E7-2B8B-7235-E13248D70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643" y="1969860"/>
            <a:ext cx="3153229" cy="2364922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BAF7C113-E683-C1B1-78CE-319D453DD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159" y="4334782"/>
            <a:ext cx="3334656" cy="2500992"/>
          </a:xfrm>
          <a:prstGeom prst="rect">
            <a:avLst/>
          </a:prstGeom>
        </p:spPr>
      </p:pic>
      <p:pic>
        <p:nvPicPr>
          <p:cNvPr id="20" name="Picture 19" descr="A graph of a red circle&#10;&#10;AI-generated content may be incorrect.">
            <a:extLst>
              <a:ext uri="{FF2B5EF4-FFF2-40B4-BE49-F238E27FC236}">
                <a16:creationId xmlns:a16="http://schemas.microsoft.com/office/drawing/2014/main" id="{6B0E0DC0-8F96-EC3C-7F54-87273229D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585" y="1979776"/>
            <a:ext cx="3153230" cy="2364922"/>
          </a:xfrm>
          <a:prstGeom prst="rect">
            <a:avLst/>
          </a:prstGeom>
        </p:spPr>
      </p:pic>
      <p:pic>
        <p:nvPicPr>
          <p:cNvPr id="23" name="Picture 22" descr="A graph of a graph&#10;&#10;AI-generated content may be incorrect.">
            <a:extLst>
              <a:ext uri="{FF2B5EF4-FFF2-40B4-BE49-F238E27FC236}">
                <a16:creationId xmlns:a16="http://schemas.microsoft.com/office/drawing/2014/main" id="{A3E40762-ADB3-8160-220C-66027F89AB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524" y="4402817"/>
            <a:ext cx="3153229" cy="2364922"/>
          </a:xfrm>
          <a:prstGeom prst="rect">
            <a:avLst/>
          </a:prstGeom>
        </p:spPr>
      </p:pic>
      <p:pic>
        <p:nvPicPr>
          <p:cNvPr id="25" name="Picture 24" descr="A graph of a red circle&#10;&#10;AI-generated content may be incorrect.">
            <a:extLst>
              <a:ext uri="{FF2B5EF4-FFF2-40B4-BE49-F238E27FC236}">
                <a16:creationId xmlns:a16="http://schemas.microsoft.com/office/drawing/2014/main" id="{2ECEF132-7DA3-475D-A125-3BF997C40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60" y="1858361"/>
            <a:ext cx="3477003" cy="2607752"/>
          </a:xfrm>
          <a:prstGeom prst="rect">
            <a:avLst/>
          </a:prstGeom>
        </p:spPr>
      </p:pic>
      <p:pic>
        <p:nvPicPr>
          <p:cNvPr id="28" name="Picture 27" descr="A graph of a graph&#10;&#10;AI-generated content may be incorrect.">
            <a:extLst>
              <a:ext uri="{FF2B5EF4-FFF2-40B4-BE49-F238E27FC236}">
                <a16:creationId xmlns:a16="http://schemas.microsoft.com/office/drawing/2014/main" id="{83E72DD3-58A5-A0A2-FEBA-C1EB53EA8E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0039" y="4402817"/>
            <a:ext cx="2794000" cy="2095500"/>
          </a:xfrm>
          <a:prstGeom prst="rect">
            <a:avLst/>
          </a:prstGeom>
        </p:spPr>
      </p:pic>
      <p:pic>
        <p:nvPicPr>
          <p:cNvPr id="30" name="Picture 29" descr="A graph of a red circle&#10;&#10;AI-generated content may be incorrect.">
            <a:extLst>
              <a:ext uri="{FF2B5EF4-FFF2-40B4-BE49-F238E27FC236}">
                <a16:creationId xmlns:a16="http://schemas.microsoft.com/office/drawing/2014/main" id="{4D0D2AD7-CC81-E2F7-3F57-78C2599A9B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149" y="2178504"/>
            <a:ext cx="2417233" cy="181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1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252</Words>
  <Application>Microsoft Macintosh PowerPoint</Application>
  <PresentationFormat>Widescreen</PresentationFormat>
  <Paragraphs>88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1</cp:revision>
  <dcterms:created xsi:type="dcterms:W3CDTF">2026-03-11T20:39:04Z</dcterms:created>
  <dcterms:modified xsi:type="dcterms:W3CDTF">2026-03-11T21:10:24Z</dcterms:modified>
</cp:coreProperties>
</file>