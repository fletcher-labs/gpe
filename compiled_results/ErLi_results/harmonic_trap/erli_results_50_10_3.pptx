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6_1B7A32A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A3A6C7-9BD6-8A41-4577-8F6BE1A8B538}" name="Ruba Emran" initials="RE" userId="S::rubaiyae@mit.edu::6ea70793-08cb-4bb5-8698-8f0c692d26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63"/>
    <p:restoredTop sz="94659"/>
  </p:normalViewPr>
  <p:slideViewPr>
    <p:cSldViewPr snapToGrid="0">
      <p:cViewPr varScale="1">
        <p:scale>
          <a:sx n="106" d="100"/>
          <a:sy n="106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6_1B7A32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548DF3-64A6-9B40-9132-5C08DFFAB13F}" authorId="{BDA3A6C7-9BD6-8A41-4577-8F6BE1A8B538}" created="2026-03-11T20:03:18.4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60993186" sldId="262"/>
      <ac:spMk id="5" creationId="{E77253D1-9709-BF3F-7544-88A5DFEF1D44}"/>
      <ac:txMk cp="0" len="11">
        <ac:context len="12" hash="3612845100"/>
      </ac:txMk>
    </ac:txMkLst>
    <p188:pos x="1309077" y="461666"/>
    <p188:txBody>
      <a:bodyPr/>
      <a:lstStyle/>
      <a:p>
        <a:r>
          <a:rPr lang="en-US"/>
          <a:t>check gaussian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2E4A-3249-7A07-5C5E-555C1B68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CB912-A854-BA7C-B0CE-3E3CF6294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66B4-5978-120F-9D3C-13AF3C75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D44EB-A550-C6FC-B1D7-805DD7E7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77CCF-C3FB-8DBE-842B-0B3AE64A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7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CBD4-9A86-C7DB-947D-7159D882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A639-E930-84C3-BEEE-DE3797873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207B-9532-77D0-EC25-0905E93E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B6672-3F90-C2FF-18EE-9D7FA817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2142D-292B-9BA8-D108-945E0A6B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7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DA7D-DCCE-8B92-9B57-0BD2863D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4A1C3-CF61-34D3-2BCA-36F72BD06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3ABCD-63B3-22B0-410B-158A0D84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6BE8-F08E-2697-DDA7-2B385648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212E9-AFA6-F8F9-A112-CE8F45B2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6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F70D-77C7-3255-42AB-775C8EED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FF97-45F6-B193-5CAF-42BC7A0C5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22463-B9BB-BC77-9049-ABC40137E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2A028-8BD3-B7BF-ED61-14B1EAD3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F0E6A-3F14-9F6D-3209-E33E050B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7C1E4-8FD3-75FA-89B1-E74E17F9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9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79E2-34C2-C5FC-B67B-689F6B62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CCFEB-2742-6688-38AD-56B75D0D5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1925F-DFF2-6A85-BCFB-AAB55BF11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350B7-4BF9-082B-2910-60FB4E539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A26A9-4969-9161-107D-CDABBAA08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D5C94-0308-2A14-66B2-8ACCCB18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B3BE5-B6B4-E464-90F2-EFDAAFD3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0641-3F3E-79C7-CDF5-69D91855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2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7863-4E51-048A-E3DA-0BC44B4C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97629-E1E5-9B34-FAF3-9CFD5977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DC420-2334-FDCE-8D5E-04336CD1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216B6-8E66-1B6A-5C7D-BEF30191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2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87EFA-4A1E-6892-DF67-04E56A5A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27C39-AB3A-83F6-BFC5-91652D98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4EFE7-DB90-425A-A500-CA6B7CCB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4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17F5-DF47-30C2-4265-FF8EC9F0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09B4-2C65-9469-59D5-8E4C8176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B9588-1436-C937-B667-B95E51731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56AB9-9454-0467-BCBD-8E4E7BB4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0EEA9-9BBF-A440-FB56-C5C342FD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B257D-9202-EC01-F191-B39DE7D9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8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6AE6-D25D-A26C-6A0A-80BEAE892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4096D-FB47-CC2E-959C-B4E1D161D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50EB7-701A-E4A5-0162-5E6E49CDB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20369-3B30-6AA8-4E70-B1C16ABC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0F07B-BB14-5600-B9F5-A3A47A78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A4188-6857-5163-BF07-E68CE92D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F417-D8A3-9E3A-557B-D2DD3DB3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02192-0FDC-9C96-2DFE-DB6241A5E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88236-9BDB-F3A3-D27C-5627C1CE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BC9B-A9CA-3A7B-EBAF-8A440645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692F-AAAF-6939-B2B5-803EBAAA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8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39BDE-EC6D-4591-84AA-CE0B7E30A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47713-F026-0BE6-D807-0882FC0E8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D3F89-CB54-46E0-5A13-438C14CC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7BEF-82DC-02A6-187D-7763B266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BEAB0-F880-75E8-56CA-59D0E6D7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3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1FD72-EE48-B109-8A43-F4E2CD07F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950E7-2860-AB0A-4592-7C98DB1C2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FE5F9-B694-E780-5110-F0362A8B3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C0A39-A05A-0B4E-AAA1-713F5176B0D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F5A87-1BE8-6477-34EE-AD0E8383C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81967-D718-0F15-D5B3-BB740472E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8D447-FEC9-F548-B2E5-96CC9ECAE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8/10/relationships/comments" Target="../comments/modernComment_106_1B7A32A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8B27ED-27DF-9BB2-F17D-F78FDAD4E23E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E778A-0D19-D682-E6A1-AB754A4CD623}"/>
              </a:ext>
            </a:extLst>
          </p:cNvPr>
          <p:cNvSpPr txBox="1"/>
          <p:nvPr/>
        </p:nvSpPr>
        <p:spPr>
          <a:xfrm>
            <a:off x="801864" y="180989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20a0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7E06E-31D0-698D-FF70-B39EE4D73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3" y="2164443"/>
            <a:ext cx="2743200" cy="20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9D4503-525D-4A29-908E-EF992842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3" y="4470973"/>
            <a:ext cx="2743200" cy="2057400"/>
          </a:xfrm>
          <a:prstGeom prst="rect">
            <a:avLst/>
          </a:prstGeom>
        </p:spPr>
      </p:pic>
      <p:pic>
        <p:nvPicPr>
          <p:cNvPr id="2" name="Picture 1" descr="A graph of a tower&#10;&#10;AI-generated content may be incorrect.">
            <a:extLst>
              <a:ext uri="{FF2B5EF4-FFF2-40B4-BE49-F238E27FC236}">
                <a16:creationId xmlns:a16="http://schemas.microsoft.com/office/drawing/2014/main" id="{E2E00CF5-FEA5-6A1F-39F6-79DB2F97C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533" y="2164443"/>
            <a:ext cx="2743200" cy="2057400"/>
          </a:xfrm>
          <a:prstGeom prst="rect">
            <a:avLst/>
          </a:prstGeom>
        </p:spPr>
      </p:pic>
      <p:pic>
        <p:nvPicPr>
          <p:cNvPr id="3" name="Picture 2" descr="A graph of a red circle&#10;&#10;AI-generated content may be incorrect.">
            <a:extLst>
              <a:ext uri="{FF2B5EF4-FFF2-40B4-BE49-F238E27FC236}">
                <a16:creationId xmlns:a16="http://schemas.microsoft.com/office/drawing/2014/main" id="{4EAE88BA-7FEC-0D13-78CD-E47F19310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533" y="4470973"/>
            <a:ext cx="2743200" cy="205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DAFACE-DCB8-5FFB-135B-E695C625E000}"/>
              </a:ext>
            </a:extLst>
          </p:cNvPr>
          <p:cNvSpPr txBox="1"/>
          <p:nvPr/>
        </p:nvSpPr>
        <p:spPr>
          <a:xfrm>
            <a:off x="3378164" y="1754326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25a0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5279B-AE39-21E7-721B-6814AB4EEFBB}"/>
              </a:ext>
            </a:extLst>
          </p:cNvPr>
          <p:cNvSpPr txBox="1"/>
          <p:nvPr/>
        </p:nvSpPr>
        <p:spPr>
          <a:xfrm>
            <a:off x="5914692" y="1774719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31a0 </a:t>
            </a:r>
          </a:p>
        </p:txBody>
      </p:sp>
      <p:pic>
        <p:nvPicPr>
          <p:cNvPr id="10" name="Picture 9" descr="A graph of a cat&#10;&#10;AI-generated content may be incorrect.">
            <a:extLst>
              <a:ext uri="{FF2B5EF4-FFF2-40B4-BE49-F238E27FC236}">
                <a16:creationId xmlns:a16="http://schemas.microsoft.com/office/drawing/2014/main" id="{833AD008-74F5-171A-C746-9F8DB0509B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543" y="2164443"/>
            <a:ext cx="2743200" cy="2057400"/>
          </a:xfrm>
          <a:prstGeom prst="rect">
            <a:avLst/>
          </a:prstGeom>
        </p:spPr>
      </p:pic>
      <p:pic>
        <p:nvPicPr>
          <p:cNvPr id="11" name="Picture 10" descr="A graph of a red circle&#10;&#10;AI-generated content may be incorrect.">
            <a:extLst>
              <a:ext uri="{FF2B5EF4-FFF2-40B4-BE49-F238E27FC236}">
                <a16:creationId xmlns:a16="http://schemas.microsoft.com/office/drawing/2014/main" id="{63B406DE-5E71-D946-62F8-A38CD560F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1543" y="4470973"/>
            <a:ext cx="2743200" cy="2057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063F38-980A-7015-52B9-386367083EC8}"/>
              </a:ext>
            </a:extLst>
          </p:cNvPr>
          <p:cNvSpPr txBox="1"/>
          <p:nvPr/>
        </p:nvSpPr>
        <p:spPr>
          <a:xfrm>
            <a:off x="8520586" y="179511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36a0 </a:t>
            </a:r>
          </a:p>
        </p:txBody>
      </p:sp>
      <p:pic>
        <p:nvPicPr>
          <p:cNvPr id="13" name="Picture 12" descr="A graph of a cat&#10;&#10;AI-generated content may be incorrect.">
            <a:extLst>
              <a:ext uri="{FF2B5EF4-FFF2-40B4-BE49-F238E27FC236}">
                <a16:creationId xmlns:a16="http://schemas.microsoft.com/office/drawing/2014/main" id="{C87BF168-8F93-3B39-3AF6-28007A4E21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743" y="2179223"/>
            <a:ext cx="2743200" cy="2057400"/>
          </a:xfrm>
          <a:prstGeom prst="rect">
            <a:avLst/>
          </a:prstGeom>
        </p:spPr>
      </p:pic>
      <p:pic>
        <p:nvPicPr>
          <p:cNvPr id="14" name="Picture 13" descr="A graph of a red circle&#10;&#10;AI-generated content may be incorrect.">
            <a:extLst>
              <a:ext uri="{FF2B5EF4-FFF2-40B4-BE49-F238E27FC236}">
                <a16:creationId xmlns:a16="http://schemas.microsoft.com/office/drawing/2014/main" id="{D4F58C3C-8B7A-D0C4-E69F-9247B26625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4743" y="4470973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E40E-8747-A37A-33F2-3F64AB41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3DC257-B6F2-E5E5-64DC-85D4BB31EEFC}"/>
              </a:ext>
            </a:extLst>
          </p:cNvPr>
          <p:cNvSpPr txBox="1"/>
          <p:nvPr/>
        </p:nvSpPr>
        <p:spPr>
          <a:xfrm>
            <a:off x="135783" y="162184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5FDDC-FA03-8CDB-7937-D2CF50646866}"/>
              </a:ext>
            </a:extLst>
          </p:cNvPr>
          <p:cNvSpPr txBox="1"/>
          <p:nvPr/>
        </p:nvSpPr>
        <p:spPr>
          <a:xfrm>
            <a:off x="5558268" y="287374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42a0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363F38-4EEB-AE34-D1A1-1C18AA8DBFCB}"/>
              </a:ext>
            </a:extLst>
          </p:cNvPr>
          <p:cNvSpPr txBox="1"/>
          <p:nvPr/>
        </p:nvSpPr>
        <p:spPr>
          <a:xfrm>
            <a:off x="5269816" y="103934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148.89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03174-880A-72B1-FAFC-A42612F2374B}"/>
              </a:ext>
            </a:extLst>
          </p:cNvPr>
          <p:cNvSpPr txBox="1"/>
          <p:nvPr/>
        </p:nvSpPr>
        <p:spPr>
          <a:xfrm>
            <a:off x="1897896" y="111200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148.43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EB26C8-FA6A-389F-92F8-30B5EB18657E}"/>
              </a:ext>
            </a:extLst>
          </p:cNvPr>
          <p:cNvSpPr txBox="1"/>
          <p:nvPr/>
        </p:nvSpPr>
        <p:spPr>
          <a:xfrm>
            <a:off x="9454954" y="948492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149.29</a:t>
            </a:r>
          </a:p>
        </p:txBody>
      </p:sp>
      <p:pic>
        <p:nvPicPr>
          <p:cNvPr id="6" name="Picture 5" descr="A graph of a graph of a line&#10;&#10;AI-generated content may be incorrect.">
            <a:extLst>
              <a:ext uri="{FF2B5EF4-FFF2-40B4-BE49-F238E27FC236}">
                <a16:creationId xmlns:a16="http://schemas.microsoft.com/office/drawing/2014/main" id="{6946F616-B059-23C6-C8D1-B68504FE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9" y="3864982"/>
            <a:ext cx="3168215" cy="2376161"/>
          </a:xfrm>
          <a:prstGeom prst="rect">
            <a:avLst/>
          </a:prstGeom>
        </p:spPr>
      </p:pic>
      <p:pic>
        <p:nvPicPr>
          <p:cNvPr id="9" name="Picture 8" descr="A graph of a red circle&#10;&#10;AI-generated content may be incorrect.">
            <a:extLst>
              <a:ext uri="{FF2B5EF4-FFF2-40B4-BE49-F238E27FC236}">
                <a16:creationId xmlns:a16="http://schemas.microsoft.com/office/drawing/2014/main" id="{D71E0984-E5F9-28F1-C8DB-025AC4A9D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75" y="1615512"/>
            <a:ext cx="2882825" cy="2162119"/>
          </a:xfrm>
          <a:prstGeom prst="rect">
            <a:avLst/>
          </a:prstGeom>
        </p:spPr>
      </p:pic>
      <p:pic>
        <p:nvPicPr>
          <p:cNvPr id="12" name="Picture 11" descr="A graph of a red circle&#10;&#10;AI-generated content may be incorrect.">
            <a:extLst>
              <a:ext uri="{FF2B5EF4-FFF2-40B4-BE49-F238E27FC236}">
                <a16:creationId xmlns:a16="http://schemas.microsoft.com/office/drawing/2014/main" id="{052B262B-401D-CC3F-766D-CFD0D2DDC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452" y="1344004"/>
            <a:ext cx="3502309" cy="2626732"/>
          </a:xfrm>
          <a:prstGeom prst="rect">
            <a:avLst/>
          </a:prstGeom>
        </p:spPr>
      </p:pic>
      <p:pic>
        <p:nvPicPr>
          <p:cNvPr id="18" name="Picture 17" descr="A graph of a graph&#10;&#10;AI-generated content may be incorrect.">
            <a:extLst>
              <a:ext uri="{FF2B5EF4-FFF2-40B4-BE49-F238E27FC236}">
                <a16:creationId xmlns:a16="http://schemas.microsoft.com/office/drawing/2014/main" id="{EDE7B3A1-FCF2-68DC-5342-DDAC8931C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462" y="3970736"/>
            <a:ext cx="3220299" cy="2415224"/>
          </a:xfrm>
          <a:prstGeom prst="rect">
            <a:avLst/>
          </a:prstGeom>
        </p:spPr>
      </p:pic>
      <p:pic>
        <p:nvPicPr>
          <p:cNvPr id="22" name="Picture 21" descr="A graph of a red circle&#10;&#10;AI-generated content may be incorrect.">
            <a:extLst>
              <a:ext uri="{FF2B5EF4-FFF2-40B4-BE49-F238E27FC236}">
                <a16:creationId xmlns:a16="http://schemas.microsoft.com/office/drawing/2014/main" id="{34352697-8C61-1F7C-8BB2-6B512B0AC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22" y="1238250"/>
            <a:ext cx="3502309" cy="2626732"/>
          </a:xfrm>
          <a:prstGeom prst="rect">
            <a:avLst/>
          </a:prstGeom>
        </p:spPr>
      </p:pic>
      <p:pic>
        <p:nvPicPr>
          <p:cNvPr id="24" name="Picture 23" descr="A graph of a graph&#10;&#10;AI-generated content may be incorrect.">
            <a:extLst>
              <a:ext uri="{FF2B5EF4-FFF2-40B4-BE49-F238E27FC236}">
                <a16:creationId xmlns:a16="http://schemas.microsoft.com/office/drawing/2014/main" id="{F0787E2D-9E85-075A-891D-1E08EEAA2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413" y="3777631"/>
            <a:ext cx="3467078" cy="26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1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83FB-7286-37B6-5696-7617C3BF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591F9-3859-40CB-E709-071A7D7E7C2A}"/>
              </a:ext>
            </a:extLst>
          </p:cNvPr>
          <p:cNvSpPr txBox="1"/>
          <p:nvPr/>
        </p:nvSpPr>
        <p:spPr>
          <a:xfrm>
            <a:off x="135783" y="162184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BAA7A-D157-4400-7C28-4C389FAD7159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47a0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6D3D3-524F-E3C3-98D6-C0DAD13D1759}"/>
              </a:ext>
            </a:extLst>
          </p:cNvPr>
          <p:cNvSpPr txBox="1"/>
          <p:nvPr/>
        </p:nvSpPr>
        <p:spPr>
          <a:xfrm>
            <a:off x="5676102" y="1182375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149.26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028A6-E727-7A90-3E28-F02B3BAAED44}"/>
              </a:ext>
            </a:extLst>
          </p:cNvPr>
          <p:cNvSpPr txBox="1"/>
          <p:nvPr/>
        </p:nvSpPr>
        <p:spPr>
          <a:xfrm>
            <a:off x="9307536" y="1223513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149.73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12B683-06A0-3657-7BAF-897A3FCBB2F9}"/>
              </a:ext>
            </a:extLst>
          </p:cNvPr>
          <p:cNvSpPr txBox="1"/>
          <p:nvPr/>
        </p:nvSpPr>
        <p:spPr>
          <a:xfrm>
            <a:off x="2606297" y="113448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148.72</a:t>
            </a:r>
          </a:p>
        </p:txBody>
      </p:sp>
      <p:pic>
        <p:nvPicPr>
          <p:cNvPr id="3" name="Picture 2" descr="A graph of a red circle&#10;&#10;AI-generated content may be incorrect.">
            <a:extLst>
              <a:ext uri="{FF2B5EF4-FFF2-40B4-BE49-F238E27FC236}">
                <a16:creationId xmlns:a16="http://schemas.microsoft.com/office/drawing/2014/main" id="{9213C872-9F97-AA45-2823-94963D9F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905" y="1460852"/>
            <a:ext cx="3427805" cy="2570854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32D5398F-8606-350A-8B24-52F9FC85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785" y="3973943"/>
            <a:ext cx="3079018" cy="2309263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9E3EA982-A28D-C231-61C4-EA60D46B5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369" y="4031706"/>
            <a:ext cx="3079018" cy="2309264"/>
          </a:xfrm>
          <a:prstGeom prst="rect">
            <a:avLst/>
          </a:prstGeom>
        </p:spPr>
      </p:pic>
      <p:pic>
        <p:nvPicPr>
          <p:cNvPr id="16" name="Picture 15" descr="A graph of a graph of a line&#10;&#10;AI-generated content may be incorrect.">
            <a:extLst>
              <a:ext uri="{FF2B5EF4-FFF2-40B4-BE49-F238E27FC236}">
                <a16:creationId xmlns:a16="http://schemas.microsoft.com/office/drawing/2014/main" id="{3E72E245-95D4-31B2-FF3E-F1D0B38AA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612" y="4016904"/>
            <a:ext cx="3317097" cy="2487823"/>
          </a:xfrm>
          <a:prstGeom prst="rect">
            <a:avLst/>
          </a:prstGeom>
        </p:spPr>
      </p:pic>
      <p:pic>
        <p:nvPicPr>
          <p:cNvPr id="19" name="Picture 18" descr="A graph of a red and blue circle&#10;&#10;AI-generated content may be incorrect.">
            <a:extLst>
              <a:ext uri="{FF2B5EF4-FFF2-40B4-BE49-F238E27FC236}">
                <a16:creationId xmlns:a16="http://schemas.microsoft.com/office/drawing/2014/main" id="{EDA17009-8417-A8DC-ACDC-5D945EB4BC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582" y="1460852"/>
            <a:ext cx="3427805" cy="2570854"/>
          </a:xfrm>
          <a:prstGeom prst="rect">
            <a:avLst/>
          </a:prstGeom>
        </p:spPr>
      </p:pic>
      <p:pic>
        <p:nvPicPr>
          <p:cNvPr id="23" name="Picture 22" descr="A graph of a red circle&#10;&#10;AI-generated content may be incorrect.">
            <a:extLst>
              <a:ext uri="{FF2B5EF4-FFF2-40B4-BE49-F238E27FC236}">
                <a16:creationId xmlns:a16="http://schemas.microsoft.com/office/drawing/2014/main" id="{AB23E8DC-C73F-CE86-D58C-49A7E79F0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5824" y="1752580"/>
            <a:ext cx="2798124" cy="20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4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BCBB-CC20-5086-C2CC-311CCA31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AF4880-BAD7-A0C2-4E8C-F6E87841F44D}"/>
              </a:ext>
            </a:extLst>
          </p:cNvPr>
          <p:cNvSpPr txBox="1"/>
          <p:nvPr/>
        </p:nvSpPr>
        <p:spPr>
          <a:xfrm>
            <a:off x="135783" y="162184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44033-1BB7-DC44-0848-FBF64A4E1913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53a0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8A583-1B51-3D2C-BA5A-17F0ADE8AFB2}"/>
              </a:ext>
            </a:extLst>
          </p:cNvPr>
          <p:cNvSpPr txBox="1"/>
          <p:nvPr/>
        </p:nvSpPr>
        <p:spPr>
          <a:xfrm>
            <a:off x="5269816" y="103934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149.56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781F7-DD19-5944-C016-1B63E0FFC174}"/>
              </a:ext>
            </a:extLst>
          </p:cNvPr>
          <p:cNvSpPr txBox="1"/>
          <p:nvPr/>
        </p:nvSpPr>
        <p:spPr>
          <a:xfrm>
            <a:off x="1897896" y="111200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149.47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357607-6621-B0BC-E244-F30C2F0F570C}"/>
              </a:ext>
            </a:extLst>
          </p:cNvPr>
          <p:cNvSpPr txBox="1"/>
          <p:nvPr/>
        </p:nvSpPr>
        <p:spPr>
          <a:xfrm>
            <a:off x="9454954" y="948492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150.10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98944F30-C410-4D13-8772-30EE80D1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212" y="3710354"/>
            <a:ext cx="2882051" cy="2161538"/>
          </a:xfrm>
          <a:prstGeom prst="rect">
            <a:avLst/>
          </a:prstGeom>
        </p:spPr>
      </p:pic>
      <p:pic>
        <p:nvPicPr>
          <p:cNvPr id="9" name="Picture 8" descr="A graph of a red circle&#10;&#10;AI-generated content may be incorrect.">
            <a:extLst>
              <a:ext uri="{FF2B5EF4-FFF2-40B4-BE49-F238E27FC236}">
                <a16:creationId xmlns:a16="http://schemas.microsoft.com/office/drawing/2014/main" id="{0EA4EFCD-EE6B-2EDD-6C41-EB489115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31" y="1636469"/>
            <a:ext cx="2558332" cy="1918749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32852840-9595-43E8-DD6D-79F1AA320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982" y="4018421"/>
            <a:ext cx="2705694" cy="2029271"/>
          </a:xfrm>
          <a:prstGeom prst="rect">
            <a:avLst/>
          </a:prstGeom>
        </p:spPr>
      </p:pic>
      <p:pic>
        <p:nvPicPr>
          <p:cNvPr id="17" name="Picture 16" descr="A graph of a red and blue circle&#10;&#10;AI-generated content may be incorrect.">
            <a:extLst>
              <a:ext uri="{FF2B5EF4-FFF2-40B4-BE49-F238E27FC236}">
                <a16:creationId xmlns:a16="http://schemas.microsoft.com/office/drawing/2014/main" id="{B6267169-DA44-CE22-B2DB-F51D186C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15" y="1408679"/>
            <a:ext cx="3479656" cy="2609742"/>
          </a:xfrm>
          <a:prstGeom prst="rect">
            <a:avLst/>
          </a:prstGeom>
        </p:spPr>
      </p:pic>
      <p:pic>
        <p:nvPicPr>
          <p:cNvPr id="21" name="Picture 20" descr="A graph of a graph&#10;&#10;AI-generated content may be incorrect.">
            <a:extLst>
              <a:ext uri="{FF2B5EF4-FFF2-40B4-BE49-F238E27FC236}">
                <a16:creationId xmlns:a16="http://schemas.microsoft.com/office/drawing/2014/main" id="{0C85C98E-799B-A14D-6DD5-9F8C7CE2B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905" y="3910641"/>
            <a:ext cx="2993107" cy="2244830"/>
          </a:xfrm>
          <a:prstGeom prst="rect">
            <a:avLst/>
          </a:prstGeom>
        </p:spPr>
      </p:pic>
      <p:pic>
        <p:nvPicPr>
          <p:cNvPr id="24" name="Picture 23" descr="A graph of a red circle&#10;&#10;AI-generated content may be incorrect.">
            <a:extLst>
              <a:ext uri="{FF2B5EF4-FFF2-40B4-BE49-F238E27FC236}">
                <a16:creationId xmlns:a16="http://schemas.microsoft.com/office/drawing/2014/main" id="{BEFB7EF0-D93D-F2A2-6E4E-6DD60864F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948" y="1444074"/>
            <a:ext cx="3432464" cy="257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9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23D4C-3A3F-E2EA-94F4-8178A1FB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78B96E-216B-3148-124C-986D6722E425}"/>
              </a:ext>
            </a:extLst>
          </p:cNvPr>
          <p:cNvSpPr txBox="1"/>
          <p:nvPr/>
        </p:nvSpPr>
        <p:spPr>
          <a:xfrm>
            <a:off x="135783" y="162184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253D1-9709-BF3F-7544-88A5DFEF1D44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58a0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FA986-B9D8-D88F-67A7-C9D80339FFCE}"/>
              </a:ext>
            </a:extLst>
          </p:cNvPr>
          <p:cNvSpPr txBox="1"/>
          <p:nvPr/>
        </p:nvSpPr>
        <p:spPr>
          <a:xfrm>
            <a:off x="5269816" y="103934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150.43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9B5297-3618-0FE0-3154-CC13182CA4DF}"/>
              </a:ext>
            </a:extLst>
          </p:cNvPr>
          <p:cNvSpPr txBox="1"/>
          <p:nvPr/>
        </p:nvSpPr>
        <p:spPr>
          <a:xfrm>
            <a:off x="1897896" y="111200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149.82</a:t>
            </a: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2AAC4EB0-4047-B339-8E15-FD572E35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114" y="3545729"/>
            <a:ext cx="2571931" cy="1928948"/>
          </a:xfrm>
          <a:prstGeom prst="rect">
            <a:avLst/>
          </a:prstGeom>
        </p:spPr>
      </p:pic>
      <p:pic>
        <p:nvPicPr>
          <p:cNvPr id="8" name="Picture 7" descr="A graph of a red and blue circle&#10;&#10;AI-generated content may be incorrect.">
            <a:extLst>
              <a:ext uri="{FF2B5EF4-FFF2-40B4-BE49-F238E27FC236}">
                <a16:creationId xmlns:a16="http://schemas.microsoft.com/office/drawing/2014/main" id="{D259A1B2-B02F-A80E-9753-C54D91417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403" y="1607582"/>
            <a:ext cx="2339101" cy="1754326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2A4E4F46-BF97-F1BD-1CD6-620A45FC5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326" y="3657670"/>
            <a:ext cx="3094175" cy="2320631"/>
          </a:xfrm>
          <a:prstGeom prst="rect">
            <a:avLst/>
          </a:prstGeom>
        </p:spPr>
      </p:pic>
      <p:pic>
        <p:nvPicPr>
          <p:cNvPr id="16" name="Picture 15" descr="A graph of a red circle&#10;&#10;AI-generated content may be incorrect.">
            <a:extLst>
              <a:ext uri="{FF2B5EF4-FFF2-40B4-BE49-F238E27FC236}">
                <a16:creationId xmlns:a16="http://schemas.microsoft.com/office/drawing/2014/main" id="{E2DF5740-E395-2586-9E9F-853C9023B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116" y="1408679"/>
            <a:ext cx="2917385" cy="218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931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78F8-5A45-EDF8-6B07-65580665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43D69A-9604-5F58-43E0-BE14F25F6E7E}"/>
              </a:ext>
            </a:extLst>
          </p:cNvPr>
          <p:cNvSpPr txBox="1"/>
          <p:nvPr/>
        </p:nvSpPr>
        <p:spPr>
          <a:xfrm>
            <a:off x="135783" y="162184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BDB3B-7042-AAF7-76E6-74B42717D184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64a0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FF393-6268-4A70-E185-94081016B49F}"/>
              </a:ext>
            </a:extLst>
          </p:cNvPr>
          <p:cNvSpPr txBox="1"/>
          <p:nvPr/>
        </p:nvSpPr>
        <p:spPr>
          <a:xfrm>
            <a:off x="5930223" y="1049095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150.74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BECD5-5C94-659B-2BFC-E36D4AA90A92}"/>
              </a:ext>
            </a:extLst>
          </p:cNvPr>
          <p:cNvSpPr txBox="1"/>
          <p:nvPr/>
        </p:nvSpPr>
        <p:spPr>
          <a:xfrm>
            <a:off x="1897896" y="111200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150.05</a:t>
            </a: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DE3B1E40-7787-9CEE-739B-E7C2A59A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853" y="1481333"/>
            <a:ext cx="3001343" cy="2251007"/>
          </a:xfrm>
          <a:prstGeom prst="rect">
            <a:avLst/>
          </a:prstGeom>
        </p:spPr>
      </p:pic>
      <p:pic>
        <p:nvPicPr>
          <p:cNvPr id="8" name="Picture 7" descr="A graph of a red and blue circle&#10;&#10;AI-generated content may be incorrect.">
            <a:extLst>
              <a:ext uri="{FF2B5EF4-FFF2-40B4-BE49-F238E27FC236}">
                <a16:creationId xmlns:a16="http://schemas.microsoft.com/office/drawing/2014/main" id="{C5E5D64F-652F-B3B8-8E58-EC9B83CC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712" y="3880666"/>
            <a:ext cx="3426753" cy="2570065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CB225D98-64DE-75F2-F2F4-096BFD6B0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616" y="1481333"/>
            <a:ext cx="3999522" cy="2999641"/>
          </a:xfrm>
          <a:prstGeom prst="rect">
            <a:avLst/>
          </a:prstGeom>
        </p:spPr>
      </p:pic>
      <p:pic>
        <p:nvPicPr>
          <p:cNvPr id="16" name="Picture 15" descr="A graph of a red circle&#10;&#10;AI-generated content may be incorrect.">
            <a:extLst>
              <a:ext uri="{FF2B5EF4-FFF2-40B4-BE49-F238E27FC236}">
                <a16:creationId xmlns:a16="http://schemas.microsoft.com/office/drawing/2014/main" id="{5F4C21BE-670E-CBE5-82DC-9501C8979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885" y="4450946"/>
            <a:ext cx="3209405" cy="240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3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7AEB8-AC4D-0941-6252-0686038D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040151-F9FF-F0B4-6F8D-D65D1C0918B0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50a0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A9CB1-4816-9264-E62D-94729D714461}"/>
              </a:ext>
            </a:extLst>
          </p:cNvPr>
          <p:cNvSpPr txBox="1"/>
          <p:nvPr/>
        </p:nvSpPr>
        <p:spPr>
          <a:xfrm>
            <a:off x="4985657" y="69249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a12 = 70a0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D4D72-5982-BD8E-E055-F9D1F9D51950}"/>
              </a:ext>
            </a:extLst>
          </p:cNvPr>
          <p:cNvSpPr txBox="1"/>
          <p:nvPr/>
        </p:nvSpPr>
        <p:spPr>
          <a:xfrm>
            <a:off x="3897086" y="1878959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150.26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086F7F-E933-0F7A-9063-A5F0A25AB22E}"/>
              </a:ext>
            </a:extLst>
          </p:cNvPr>
          <p:cNvSpPr txBox="1"/>
          <p:nvPr/>
        </p:nvSpPr>
        <p:spPr>
          <a:xfrm>
            <a:off x="9383486" y="1878959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151.76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13E6880F-EBF0-3377-F41E-FDACD467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365" y="4301351"/>
            <a:ext cx="2743200" cy="2057400"/>
          </a:xfrm>
          <a:prstGeom prst="rect">
            <a:avLst/>
          </a:prstGeom>
        </p:spPr>
      </p:pic>
      <p:pic>
        <p:nvPicPr>
          <p:cNvPr id="9" name="Picture 8" descr="A graph of a red circle&#10;&#10;AI-generated content may be incorrect.">
            <a:extLst>
              <a:ext uri="{FF2B5EF4-FFF2-40B4-BE49-F238E27FC236}">
                <a16:creationId xmlns:a16="http://schemas.microsoft.com/office/drawing/2014/main" id="{E8BCE451-97C1-6418-ABF4-1D36A197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365" y="2226757"/>
            <a:ext cx="2743200" cy="2057400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E007B08D-01FF-2666-C197-99FEC178C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172" y="4301351"/>
            <a:ext cx="2743200" cy="2057400"/>
          </a:xfrm>
          <a:prstGeom prst="rect">
            <a:avLst/>
          </a:prstGeom>
        </p:spPr>
      </p:pic>
      <p:pic>
        <p:nvPicPr>
          <p:cNvPr id="17" name="Picture 16" descr="A graph of a red and blue circle&#10;&#10;AI-generated content may be incorrect.">
            <a:extLst>
              <a:ext uri="{FF2B5EF4-FFF2-40B4-BE49-F238E27FC236}">
                <a16:creationId xmlns:a16="http://schemas.microsoft.com/office/drawing/2014/main" id="{AE1E00A0-61AF-2FAE-9B48-ABB467257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172" y="2226757"/>
            <a:ext cx="2743200" cy="2057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28725A-0286-C980-57F0-FBC3CBFC20F7}"/>
              </a:ext>
            </a:extLst>
          </p:cNvPr>
          <p:cNvSpPr txBox="1"/>
          <p:nvPr/>
        </p:nvSpPr>
        <p:spPr>
          <a:xfrm>
            <a:off x="6640286" y="1894208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150.93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2A8C8-9720-E3CC-D8DA-B0654093FD97}"/>
              </a:ext>
            </a:extLst>
          </p:cNvPr>
          <p:cNvSpPr txBox="1"/>
          <p:nvPr/>
        </p:nvSpPr>
        <p:spPr>
          <a:xfrm>
            <a:off x="1104333" y="1888141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149.45</a:t>
            </a:r>
          </a:p>
        </p:txBody>
      </p:sp>
      <p:pic>
        <p:nvPicPr>
          <p:cNvPr id="21" name="Picture 20" descr="A graph of a red circle&#10;&#10;AI-generated content may be incorrect.">
            <a:extLst>
              <a:ext uri="{FF2B5EF4-FFF2-40B4-BE49-F238E27FC236}">
                <a16:creationId xmlns:a16="http://schemas.microsoft.com/office/drawing/2014/main" id="{221105E1-0BC9-F769-B28F-2CB3DBE07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268" y="2226757"/>
            <a:ext cx="2743200" cy="2057400"/>
          </a:xfrm>
          <a:prstGeom prst="rect">
            <a:avLst/>
          </a:prstGeom>
        </p:spPr>
      </p:pic>
      <p:pic>
        <p:nvPicPr>
          <p:cNvPr id="23" name="Picture 22" descr="A graph of a graph&#10;&#10;AI-generated content may be incorrect.">
            <a:extLst>
              <a:ext uri="{FF2B5EF4-FFF2-40B4-BE49-F238E27FC236}">
                <a16:creationId xmlns:a16="http://schemas.microsoft.com/office/drawing/2014/main" id="{4C1A77F6-ADE9-592D-4755-7B9435969F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216" y="4301351"/>
            <a:ext cx="2743200" cy="2057400"/>
          </a:xfrm>
          <a:prstGeom prst="rect">
            <a:avLst/>
          </a:prstGeom>
        </p:spPr>
      </p:pic>
      <p:pic>
        <p:nvPicPr>
          <p:cNvPr id="25" name="Picture 24" descr="A graph of a graph&#10;&#10;AI-generated content may be incorrect.">
            <a:extLst>
              <a:ext uri="{FF2B5EF4-FFF2-40B4-BE49-F238E27FC236}">
                <a16:creationId xmlns:a16="http://schemas.microsoft.com/office/drawing/2014/main" id="{367B9F23-4FD8-3D3A-0B90-E50D288170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972" y="4284157"/>
            <a:ext cx="2743200" cy="2057400"/>
          </a:xfrm>
          <a:prstGeom prst="rect">
            <a:avLst/>
          </a:prstGeom>
        </p:spPr>
      </p:pic>
      <p:pic>
        <p:nvPicPr>
          <p:cNvPr id="27" name="Picture 26" descr="A graph of a red circle&#10;&#10;AI-generated content may be incorrect.">
            <a:extLst>
              <a:ext uri="{FF2B5EF4-FFF2-40B4-BE49-F238E27FC236}">
                <a16:creationId xmlns:a16="http://schemas.microsoft.com/office/drawing/2014/main" id="{F81EDE9B-F93D-6459-3678-6AF3B7CC36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" y="2226757"/>
            <a:ext cx="2743200" cy="2057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BD5D02-5659-13BA-8716-F3870D9B041E}"/>
              </a:ext>
            </a:extLst>
          </p:cNvPr>
          <p:cNvSpPr txBox="1"/>
          <p:nvPr/>
        </p:nvSpPr>
        <p:spPr>
          <a:xfrm>
            <a:off x="101886" y="1896738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Energy:</a:t>
            </a:r>
          </a:p>
        </p:txBody>
      </p:sp>
    </p:spTree>
    <p:extLst>
      <p:ext uri="{BB962C8B-B14F-4D97-AF65-F5344CB8AC3E}">
        <p14:creationId xmlns:p14="http://schemas.microsoft.com/office/powerpoint/2010/main" val="392496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203</Words>
  <Application>Microsoft Macintosh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8</cp:revision>
  <dcterms:created xsi:type="dcterms:W3CDTF">2026-03-11T19:30:51Z</dcterms:created>
  <dcterms:modified xsi:type="dcterms:W3CDTF">2026-03-12T06:39:00Z</dcterms:modified>
</cp:coreProperties>
</file>