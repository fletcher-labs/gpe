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694"/>
  </p:normalViewPr>
  <p:slideViewPr>
    <p:cSldViewPr snapToGrid="0">
      <p:cViewPr varScale="1">
        <p:scale>
          <a:sx n="105" d="100"/>
          <a:sy n="105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98ED-4E79-0B55-95E2-2D334E94A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6678F-C47B-7F34-FBF4-37E7F8519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1BEBC-5C57-50DE-5237-AC53A7D9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872FE-BB0A-E5B2-E122-F569F46E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C7B4B-4390-CE40-B307-09225300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7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E28F-3288-2CB6-4F10-07B66014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7D33-35C5-C7B2-D44B-C6B3723A5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1B1F4-FFF7-EF04-3CF3-401624AD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54724-9C70-6DE1-500C-623BC95D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6481-A2A7-214A-3307-C05EE696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597AF-1127-63F8-4A67-CFAA19BF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3E17E-0940-47BD-5D94-88A62190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0455B-C450-DC6D-8D51-5C3D19801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6D572-C802-AF03-815F-CBB67241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E416-5D23-A063-EEDD-6C8298D7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5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11BA-F998-160D-5EA0-7CF49997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B3AE-3375-EED7-4FDC-A9E0D486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B52CB-FDCE-6070-0D9E-6FA1343DA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AE331-444B-91B6-50BB-77B6A65F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96791-5394-571A-6B92-6A5065FD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7C5F4-2025-5502-EB96-9459254A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2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D1E5-EA45-D066-BBDC-7B6F1D5F5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DD39F-6F02-ED0D-A7E0-9DCB812BA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095B8-DA3F-A103-6104-833ED3F69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DDC04-6DF8-E190-3C5B-AC353B8A3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FC1B5-9663-8D02-9496-26A6447DC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DE0BDA-141E-C224-723D-04E4BE98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58DD0-F49A-83C4-C701-A9E3E729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97200D-C44A-45B5-6202-14D48A38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6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3E99-6DF5-FDE7-85FE-A338885B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90AFA-297B-D494-1EA0-3B4ADD095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C5F81-A8C1-A167-2FB1-244EEB76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62E27-A0D9-6301-A079-C444BC4D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2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F6CFB-7D2D-ECFF-4809-9AE22490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2003E-87D3-93C2-B3E5-ED006613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3F519-909F-C19E-A7D7-5A82E956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8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0C83-4798-3047-7FC7-FEDA1D28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6CE4-B003-F5B0-58C0-E53F82835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D7D14-7D40-2DF9-5594-B4A4FD1C1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6332-905B-26EE-4B57-656E4AC7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230E6-08D4-B542-0339-31528794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A3104-1E44-B8E9-37F8-0B8ADE5F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3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4515-E356-5455-BF34-82A2B5F6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2B5DD-BB90-3B26-4CB4-75780C8E7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93535-3AF6-8BE4-9B8C-DECB7F979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823E1-D483-A30C-F565-F3D8F9BC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B6A78-F79E-70C5-1DB7-09334EA93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09F15-E2A9-AE57-F7DD-C4FFBC53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3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BD4B-EDBC-25B6-6400-350CFE75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7B552-71FF-D00D-E824-5646F8266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3B373-03B6-4E23-9557-6449D34B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2690A-D48B-4778-E660-20009FCD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FA53B-77D8-8447-4B92-40DD56C4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3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61E39-3AD1-4825-1563-5084987E6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EEF69-0EDF-DDBB-BE7E-F8B4D8E53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17E65-B944-0BBA-670A-21312E35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7CBAA-BBB5-96D9-0C81-2BE574D2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365D-F0EF-CD1D-13FC-B704805C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5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95B100-4165-773C-A56E-5FCDEFE8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FCE05-300B-0DA6-FE70-901217967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90315-0404-F998-D6BD-B638971CA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E681C-6558-8D48-867B-AA21AB4E0AA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C421-6906-64FD-C3D4-C088B6BA1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58210-E0E7-6D70-2162-48E8FB045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76AB4-C7A0-1449-BDD2-AE63295DB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7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A416F6-61D3-01C6-52BB-7A9AA85DA54B}"/>
              </a:ext>
            </a:extLst>
          </p:cNvPr>
          <p:cNvSpPr txBox="1"/>
          <p:nvPr/>
        </p:nvSpPr>
        <p:spPr>
          <a:xfrm>
            <a:off x="986971" y="508000"/>
            <a:ext cx="5694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R0: tol,iter,dt,a12i,a12f,Na,a22,Nx,L,runs,guess </a:t>
            </a:r>
          </a:p>
          <a:p>
            <a:pPr fontAlgn="t"/>
            <a:r>
              <a:rPr lang="en-US" dirty="0"/>
              <a:t>1e-07,20000,0.1,10,80,8,100,512,4,1,random_sym </a:t>
            </a:r>
          </a:p>
          <a:p>
            <a:br>
              <a:rPr lang="en-US" dirty="0"/>
            </a:b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C55267-DE57-BECA-E4CD-9962F603D0B3}"/>
              </a:ext>
            </a:extLst>
          </p:cNvPr>
          <p:cNvGrpSpPr/>
          <p:nvPr/>
        </p:nvGrpSpPr>
        <p:grpSpPr>
          <a:xfrm>
            <a:off x="551543" y="1542142"/>
            <a:ext cx="10457833" cy="4407554"/>
            <a:chOff x="551543" y="1542142"/>
            <a:chExt cx="9540721" cy="366122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35B843-134B-1F30-1302-F4E6889BC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543" y="1542143"/>
              <a:ext cx="2515809" cy="188685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F74DBB-A13C-3A76-3730-2C51DB7AE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3181" y="1542144"/>
              <a:ext cx="2515809" cy="188685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C31A1AA-033F-964D-6762-865442644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05596" y="1542143"/>
              <a:ext cx="2515809" cy="18868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D399E48-EF7A-186C-53C3-231F6A02F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47234" y="1542142"/>
              <a:ext cx="2515809" cy="188685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DCFD7C-109D-5471-88E9-73F656F9C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0766" y="3316514"/>
              <a:ext cx="2515808" cy="188685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382E951-D629-A355-9487-A80612E88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22404" y="3316514"/>
              <a:ext cx="2515808" cy="188685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393083-DEF7-F3F4-8E99-C8CF80E43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34818" y="3316514"/>
              <a:ext cx="2515808" cy="188685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3E03DD0-7B0E-D4B0-B66C-5A09D4C6E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76456" y="3316514"/>
              <a:ext cx="2515808" cy="188685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E70E32-E306-C4E0-9AB5-1EEB1F303DB4}"/>
              </a:ext>
            </a:extLst>
          </p:cNvPr>
          <p:cNvSpPr txBox="1"/>
          <p:nvPr/>
        </p:nvSpPr>
        <p:spPr>
          <a:xfrm>
            <a:off x="786093" y="1357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243.78702582802327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9EF5F-91BB-41C4-37C8-9786590D4B92}"/>
              </a:ext>
            </a:extLst>
          </p:cNvPr>
          <p:cNvSpPr txBox="1"/>
          <p:nvPr/>
        </p:nvSpPr>
        <p:spPr>
          <a:xfrm>
            <a:off x="3352823" y="1357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249.21010977940193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F78DE-1BAA-3643-DD4A-CC82C65D98F5}"/>
              </a:ext>
            </a:extLst>
          </p:cNvPr>
          <p:cNvSpPr txBox="1"/>
          <p:nvPr/>
        </p:nvSpPr>
        <p:spPr>
          <a:xfrm>
            <a:off x="5977001" y="1357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253.830999425216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B2A8B-368F-8DBD-A0F4-A23FF142DBC8}"/>
              </a:ext>
            </a:extLst>
          </p:cNvPr>
          <p:cNvSpPr txBox="1"/>
          <p:nvPr/>
        </p:nvSpPr>
        <p:spPr>
          <a:xfrm>
            <a:off x="8410615" y="1357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256.1613255080047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3CF213-56F8-861D-4D29-23D4B650F3FF}"/>
              </a:ext>
            </a:extLst>
          </p:cNvPr>
          <p:cNvSpPr txBox="1"/>
          <p:nvPr/>
        </p:nvSpPr>
        <p:spPr>
          <a:xfrm>
            <a:off x="743220" y="5949696"/>
            <a:ext cx="725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256.8223681378594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1C716B-5C51-6925-DFBD-72DD8B1447B7}"/>
              </a:ext>
            </a:extLst>
          </p:cNvPr>
          <p:cNvSpPr txBox="1"/>
          <p:nvPr/>
        </p:nvSpPr>
        <p:spPr>
          <a:xfrm>
            <a:off x="3352823" y="5980668"/>
            <a:ext cx="725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258.8262675200980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0D287D-E2BB-2D9E-10C1-FA38609286BB}"/>
              </a:ext>
            </a:extLst>
          </p:cNvPr>
          <p:cNvSpPr txBox="1"/>
          <p:nvPr/>
        </p:nvSpPr>
        <p:spPr>
          <a:xfrm>
            <a:off x="5977001" y="5980668"/>
            <a:ext cx="725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259.4537608143048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1B2340-47C6-1FB4-DBE6-24D429173F43}"/>
              </a:ext>
            </a:extLst>
          </p:cNvPr>
          <p:cNvSpPr txBox="1"/>
          <p:nvPr/>
        </p:nvSpPr>
        <p:spPr>
          <a:xfrm>
            <a:off x="8564880" y="5980668"/>
            <a:ext cx="725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258.1731210415886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25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92CB1-0582-07F6-9024-E9CEE4B3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533B1B-4548-C2D0-978C-8DDE6C7718D5}"/>
              </a:ext>
            </a:extLst>
          </p:cNvPr>
          <p:cNvSpPr txBox="1"/>
          <p:nvPr/>
        </p:nvSpPr>
        <p:spPr>
          <a:xfrm>
            <a:off x="986971" y="508000"/>
            <a:ext cx="56942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R1: tol,iter,dt,a12i,a12f,Na,a22,Nx,L,runs,guess</a:t>
            </a:r>
          </a:p>
          <a:p>
            <a:pPr fontAlgn="t"/>
            <a:r>
              <a:rPr lang="en-US" dirty="0"/>
              <a:t>1e-8</a:t>
            </a:r>
          </a:p>
          <a:p>
            <a:pPr fontAlgn="t"/>
            <a:r>
              <a:rPr lang="en-US" dirty="0"/>
              <a:t>1024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2446F-B237-59AB-3414-D4044E159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23" y="1905000"/>
            <a:ext cx="4064000" cy="304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9706F0-EC3E-7C52-C0F0-00A123997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1905000"/>
            <a:ext cx="4064000" cy="304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A105C5-2B9E-6571-8B45-E7EEAACFA744}"/>
              </a:ext>
            </a:extLst>
          </p:cNvPr>
          <p:cNvSpPr txBox="1"/>
          <p:nvPr/>
        </p:nvSpPr>
        <p:spPr>
          <a:xfrm>
            <a:off x="1828800" y="1905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243.67508624793086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A1492-305F-C0A8-486D-CB5DEAE806E3}"/>
              </a:ext>
            </a:extLst>
          </p:cNvPr>
          <p:cNvSpPr txBox="1"/>
          <p:nvPr/>
        </p:nvSpPr>
        <p:spPr>
          <a:xfrm>
            <a:off x="6315456" y="1852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249.29691379464631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25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2B1F-8589-D2DB-83DC-211924F5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567917-0ED2-908E-FC8B-56D41B5332AD}"/>
              </a:ext>
            </a:extLst>
          </p:cNvPr>
          <p:cNvSpPr txBox="1"/>
          <p:nvPr/>
        </p:nvSpPr>
        <p:spPr>
          <a:xfrm>
            <a:off x="986971" y="508000"/>
            <a:ext cx="569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R2: 512, 1e-8,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184BE-9D80-D64F-B507-A42AFBDFE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854670"/>
            <a:ext cx="40640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342315-BBFA-9918-4370-1DE03CC7A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969665"/>
            <a:ext cx="406400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3838D5-F545-CE64-5EC5-1AAEF298E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1" y="969665"/>
            <a:ext cx="4064000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255BCB-D2C9-4C33-DC22-AE0A102E9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87" y="3810000"/>
            <a:ext cx="4064000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64BE11-544F-2011-4302-B3895A5B6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00" y="3810000"/>
            <a:ext cx="4064000" cy="304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072995-0C8C-39EA-66D5-1A6A3F6536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7713" y="3813911"/>
            <a:ext cx="4064000" cy="304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FCEB70-E191-0EF9-FF88-C6D0D8759E3F}"/>
              </a:ext>
            </a:extLst>
          </p:cNvPr>
          <p:cNvSpPr txBox="1"/>
          <p:nvPr/>
        </p:nvSpPr>
        <p:spPr>
          <a:xfrm>
            <a:off x="585216" y="8773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243.953705054053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7D2215-332A-AEEE-D267-15A3F07D5F54}"/>
              </a:ext>
            </a:extLst>
          </p:cNvPr>
          <p:cNvSpPr txBox="1"/>
          <p:nvPr/>
        </p:nvSpPr>
        <p:spPr>
          <a:xfrm>
            <a:off x="4523233" y="899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249.31326296281134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90AA2-2148-BE54-34C7-2AD5FE38DB39}"/>
              </a:ext>
            </a:extLst>
          </p:cNvPr>
          <p:cNvSpPr txBox="1"/>
          <p:nvPr/>
        </p:nvSpPr>
        <p:spPr>
          <a:xfrm>
            <a:off x="8384034" y="8999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253.4711834263573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FD9F26-6B5C-E126-086A-77BDF3CDDF93}"/>
              </a:ext>
            </a:extLst>
          </p:cNvPr>
          <p:cNvSpPr txBox="1"/>
          <p:nvPr/>
        </p:nvSpPr>
        <p:spPr>
          <a:xfrm>
            <a:off x="503935" y="3813911"/>
            <a:ext cx="724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255.9777137552869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A94143-82D8-508F-10A8-DB6FAB56A655}"/>
              </a:ext>
            </a:extLst>
          </p:cNvPr>
          <p:cNvSpPr txBox="1"/>
          <p:nvPr/>
        </p:nvSpPr>
        <p:spPr>
          <a:xfrm>
            <a:off x="4446017" y="3813911"/>
            <a:ext cx="724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256.7241239530117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FC216C-DEC8-EAAA-0234-4260056A7A85}"/>
              </a:ext>
            </a:extLst>
          </p:cNvPr>
          <p:cNvSpPr txBox="1"/>
          <p:nvPr/>
        </p:nvSpPr>
        <p:spPr>
          <a:xfrm>
            <a:off x="8164578" y="3813911"/>
            <a:ext cx="724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257.37591333531935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216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32CE-0486-2E79-D1BB-8A4AC7E7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19EC07-0631-644E-B0E0-FE9574E80301}"/>
              </a:ext>
            </a:extLst>
          </p:cNvPr>
          <p:cNvSpPr txBox="1"/>
          <p:nvPr/>
        </p:nvSpPr>
        <p:spPr>
          <a:xfrm>
            <a:off x="986971" y="508000"/>
            <a:ext cx="5694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dirty="0"/>
              <a:t>R3: 512, 1e-8, 3.5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8F40F-1B30-CB31-9F90-A73E2E8B0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" y="830943"/>
            <a:ext cx="4064000" cy="304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FB97BF-5A1D-73D6-C337-1D5626C45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321" y="830943"/>
            <a:ext cx="4064000" cy="30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2138E9-5034-1E66-E432-9A469B05B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171" y="830943"/>
            <a:ext cx="4064000" cy="30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913FE9-0818-CA65-5C61-8E6D7E7F0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29" y="3810000"/>
            <a:ext cx="4064000" cy="304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2898C7-92B1-F742-6F1C-BAA3355FA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321" y="3810000"/>
            <a:ext cx="4064000" cy="304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7DC9F4-835C-A74F-60B9-0FAD65B87E1C}"/>
              </a:ext>
            </a:extLst>
          </p:cNvPr>
          <p:cNvSpPr txBox="1"/>
          <p:nvPr/>
        </p:nvSpPr>
        <p:spPr>
          <a:xfrm>
            <a:off x="585216" y="8309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243.88625678742812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FD048-F58A-0F40-2FB5-D9B35EBAE626}"/>
              </a:ext>
            </a:extLst>
          </p:cNvPr>
          <p:cNvSpPr txBox="1"/>
          <p:nvPr/>
        </p:nvSpPr>
        <p:spPr>
          <a:xfrm>
            <a:off x="4357769" y="7618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248.9319330053029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2FD38-2968-B0AA-52BF-72C1CF0474E1}"/>
              </a:ext>
            </a:extLst>
          </p:cNvPr>
          <p:cNvSpPr txBox="1"/>
          <p:nvPr/>
        </p:nvSpPr>
        <p:spPr>
          <a:xfrm>
            <a:off x="8191862" y="8309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253.7405635396541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EABE06-4F8A-D241-6DE5-28D4179159AD}"/>
              </a:ext>
            </a:extLst>
          </p:cNvPr>
          <p:cNvSpPr txBox="1"/>
          <p:nvPr/>
        </p:nvSpPr>
        <p:spPr>
          <a:xfrm>
            <a:off x="432524" y="3809805"/>
            <a:ext cx="7144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255.95669853710896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C77F23-D537-725A-955F-D05CF962533F}"/>
              </a:ext>
            </a:extLst>
          </p:cNvPr>
          <p:cNvSpPr txBox="1"/>
          <p:nvPr/>
        </p:nvSpPr>
        <p:spPr>
          <a:xfrm>
            <a:off x="4483752" y="3809805"/>
            <a:ext cx="7144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Droid Sans Mono"/>
              </a:rPr>
              <a:t>256.5547756546992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88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91</Words>
  <Application>Microsoft Macintosh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Droid Sans Mono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 Emran</dc:creator>
  <cp:lastModifiedBy>Ruba Emran</cp:lastModifiedBy>
  <cp:revision>3</cp:revision>
  <dcterms:created xsi:type="dcterms:W3CDTF">2026-03-09T15:19:50Z</dcterms:created>
  <dcterms:modified xsi:type="dcterms:W3CDTF">2026-03-09T19:11:21Z</dcterms:modified>
</cp:coreProperties>
</file>