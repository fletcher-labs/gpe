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9"/>
  </p:normalViewPr>
  <p:slideViewPr>
    <p:cSldViewPr snapToGrid="0">
      <p:cViewPr varScale="1">
        <p:scale>
          <a:sx n="106" d="100"/>
          <a:sy n="106" d="100"/>
        </p:scale>
        <p:origin x="7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19292-EEC1-53C4-4197-2522AF96E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4E55A2-9FB8-3B34-0093-C72441FE5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56E57-658B-E5CD-EDFD-ABF5DCAD7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E0BB2-7D74-A148-8FF3-6404E66E178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D733B-007A-F93C-E32E-1212398B2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87BA0-25B9-8972-6319-4409F15BA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C71-EE34-C44F-8EF1-E5DC9C73E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03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D5329-9C2F-C8B5-FB92-8CD2A58E0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B23C4-EA5B-D8CB-5DE5-07E3FBDBB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F1C2E-EDC5-085E-9147-E99A0EE5D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E0BB2-7D74-A148-8FF3-6404E66E178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05CDF-0D1F-4605-EFC6-771DF240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5468C-6DD4-64C0-0EA4-776DE2C5F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C71-EE34-C44F-8EF1-E5DC9C73E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2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F6718-EE67-9D07-564B-22762F930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02BDE-8356-575D-5A33-622B7007D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3FA48-AB31-5D89-8AD2-8BE26E252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E0BB2-7D74-A148-8FF3-6404E66E178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DDDAB-009B-D13B-6684-6DFB21C42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68FA0-718C-D403-D3D8-994B6D28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C71-EE34-C44F-8EF1-E5DC9C73E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18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B61F-4ED8-C521-D98A-5C26C1987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9777D-CF52-7201-8B15-906E319B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8E0EA-08B1-052C-52F8-94B3D0001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369D77-55AE-2B5C-24B7-A937EEFC4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E0BB2-7D74-A148-8FF3-6404E66E178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86D65-D741-C3C1-E9F4-9138A91E9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064D7-0B9F-871D-5763-F136645C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C71-EE34-C44F-8EF1-E5DC9C73E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249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6365-0956-1E5D-8782-5A83D1E57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0AA9F-2406-3688-87A0-98D2BE2B3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43395-DA97-1AE1-478C-E6F1AA27B3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62126-DEC3-D5DB-949C-FED9053EB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34E29-5F1E-3CBD-2A18-60D3A1C2D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476B8-10B8-A863-3BDB-FD8820DBA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E0BB2-7D74-A148-8FF3-6404E66E178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446104-66CB-8D53-3140-0DEC5231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565281-FE07-4573-0A0C-289FADF3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C71-EE34-C44F-8EF1-E5DC9C73E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1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AA18A-B205-8C95-89F8-EBD0A7CDC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CB01B5-2A51-618A-357D-669941894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E0BB2-7D74-A148-8FF3-6404E66E178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58E94A-804F-5C27-EDDA-CC6D4639F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A2CD25-1012-AB5B-F816-9D1EAD28D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C71-EE34-C44F-8EF1-E5DC9C73E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17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C17B43-0764-491E-408A-67C1C6B24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E0BB2-7D74-A148-8FF3-6404E66E178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F092A4-9169-0427-99ED-4272398DC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F4D0E-D9DB-7500-428C-CDE21D62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C71-EE34-C44F-8EF1-E5DC9C73E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090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EA1D7-54E8-22F3-FC66-70150AF58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27F58-34FF-045F-9713-F207AAE42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38B351-B8A1-F49D-7986-BED2988F4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2D9DF-0CE8-CF16-05F0-3029BF1FF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E0BB2-7D74-A148-8FF3-6404E66E178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F0E61D-3B27-E526-3D61-68EB51700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60DFD7-A765-1558-9793-C2AC4B7D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C71-EE34-C44F-8EF1-E5DC9C73E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2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ADB7-0368-4245-1AEA-79C73488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02FD86-A315-2C13-267D-BD852997A7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252CA-229E-8C31-7936-651DD3784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F4F2B-DADE-92B2-C9F9-B2B31DA16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E0BB2-7D74-A148-8FF3-6404E66E178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86F88-57D7-8588-67FE-CDACCD11A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365F4-FB3A-8154-5AD5-B70D1F7C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C71-EE34-C44F-8EF1-E5DC9C73E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315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CC811-BC9D-28F6-3BF4-8E8CF7FC3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A9CCD-E88E-5867-A3FA-81AF82E74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F71DF-DCE0-8871-A5DC-720CB0DF4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E0BB2-7D74-A148-8FF3-6404E66E178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4F30F-DC87-1C28-D0EB-8878450F6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C3CB9-EA3C-C417-E303-E5716A7B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C71-EE34-C44F-8EF1-E5DC9C73E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433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BDD1C6-17F7-8536-BFEC-88C07C6F60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B8FFE-E064-1A1C-B9C0-9C46D9B3D7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531B9-5F1E-3CDD-8201-FBE45E91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E0BB2-7D74-A148-8FF3-6404E66E178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37F29-1CAB-218B-95F2-1F00AAF53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27349-BE86-A17C-01A4-64CAA4814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25C71-EE34-C44F-8EF1-E5DC9C73E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756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DD4AD-1F18-46BA-9219-3F08089EA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75A01-B4ED-261E-C681-F26751618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B9077-270B-D7A0-4B4C-A6F13CACA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8E0BB2-7D74-A148-8FF3-6404E66E178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138FF-6831-55A6-84B2-18FAE04B0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B1079-8FAF-E99E-22F5-97AA7A8A7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25C71-EE34-C44F-8EF1-E5DC9C73E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42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B89C4F-CFFC-8462-9447-89C14E456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2874" y="293354"/>
            <a:ext cx="9144000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N1 = 20000</a:t>
            </a:r>
          </a:p>
          <a:p>
            <a:pPr algn="l"/>
            <a:r>
              <a:rPr lang="en-US" dirty="0"/>
              <a:t>N2 = 40000</a:t>
            </a:r>
          </a:p>
          <a:p>
            <a:pPr algn="l"/>
            <a:r>
              <a:rPr lang="en-US" dirty="0"/>
              <a:t>a11 = a22 = 65a0</a:t>
            </a:r>
          </a:p>
          <a:p>
            <a:pPr algn="l"/>
            <a:r>
              <a:rPr lang="en-US" dirty="0" err="1"/>
              <a:t>fx</a:t>
            </a:r>
            <a:r>
              <a:rPr lang="en-US" dirty="0"/>
              <a:t> = 6 Hz</a:t>
            </a:r>
          </a:p>
        </p:txBody>
      </p:sp>
    </p:spTree>
    <p:extLst>
      <p:ext uri="{BB962C8B-B14F-4D97-AF65-F5344CB8AC3E}">
        <p14:creationId xmlns:p14="http://schemas.microsoft.com/office/powerpoint/2010/main" val="76394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DCF70-DD16-990E-B318-C2E7C17B1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a12 = 25a0</a:t>
            </a:r>
          </a:p>
        </p:txBody>
      </p:sp>
      <p:pic>
        <p:nvPicPr>
          <p:cNvPr id="7" name="Picture 6" descr="A graph of a red and blue line&#10;&#10;AI-generated content may be incorrect.">
            <a:extLst>
              <a:ext uri="{FF2B5EF4-FFF2-40B4-BE49-F238E27FC236}">
                <a16:creationId xmlns:a16="http://schemas.microsoft.com/office/drawing/2014/main" id="{66250A7C-EDC5-101C-7EEF-8BE06A8AE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1238250"/>
            <a:ext cx="5842000" cy="4381500"/>
          </a:xfrm>
          <a:prstGeom prst="rect">
            <a:avLst/>
          </a:prstGeom>
        </p:spPr>
      </p:pic>
      <p:pic>
        <p:nvPicPr>
          <p:cNvPr id="9" name="Picture 8" descr="A red circle with black lines&#10;&#10;AI-generated content may be incorrect.">
            <a:extLst>
              <a:ext uri="{FF2B5EF4-FFF2-40B4-BE49-F238E27FC236}">
                <a16:creationId xmlns:a16="http://schemas.microsoft.com/office/drawing/2014/main" id="{22C1B779-D78E-ADDF-BA90-B8AF3E439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238250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838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59E17-038E-7F15-CA14-C27438938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4E089-88CB-A0AA-42C8-0DB1BBFE4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a12 = 26a0</a:t>
            </a:r>
          </a:p>
        </p:txBody>
      </p:sp>
      <p:pic>
        <p:nvPicPr>
          <p:cNvPr id="4" name="Picture 3" descr="A graph of a red and blue line&#10;&#10;AI-generated content may be incorrect.">
            <a:extLst>
              <a:ext uri="{FF2B5EF4-FFF2-40B4-BE49-F238E27FC236}">
                <a16:creationId xmlns:a16="http://schemas.microsoft.com/office/drawing/2014/main" id="{83336803-D2D1-BFE8-0606-208F13D9F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64469"/>
            <a:ext cx="5842000" cy="4381500"/>
          </a:xfrm>
          <a:prstGeom prst="rect">
            <a:avLst/>
          </a:prstGeom>
        </p:spPr>
      </p:pic>
      <p:pic>
        <p:nvPicPr>
          <p:cNvPr id="6" name="Picture 5" descr="A red circle with black lines&#10;&#10;AI-generated content may be incorrect.">
            <a:extLst>
              <a:ext uri="{FF2B5EF4-FFF2-40B4-BE49-F238E27FC236}">
                <a16:creationId xmlns:a16="http://schemas.microsoft.com/office/drawing/2014/main" id="{103A9875-275F-FC7B-A088-5FA7DF789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464469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930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D1AD4-8F04-3E08-5DE6-BC2749B33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EAB26-4517-9655-7D63-32A04A963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a12 = 28a0</a:t>
            </a:r>
          </a:p>
        </p:txBody>
      </p:sp>
      <p:pic>
        <p:nvPicPr>
          <p:cNvPr id="5" name="Picture 4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E3C854F9-E9BA-8605-3BF0-E7A65D9F3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02569"/>
            <a:ext cx="5842000" cy="4381500"/>
          </a:xfrm>
          <a:prstGeom prst="rect">
            <a:avLst/>
          </a:prstGeom>
        </p:spPr>
      </p:pic>
      <p:pic>
        <p:nvPicPr>
          <p:cNvPr id="8" name="Picture 7" descr="A red circle with black lines&#10;&#10;AI-generated content may be incorrect.">
            <a:extLst>
              <a:ext uri="{FF2B5EF4-FFF2-40B4-BE49-F238E27FC236}">
                <a16:creationId xmlns:a16="http://schemas.microsoft.com/office/drawing/2014/main" id="{CEDD7F91-1D3C-9B5F-C893-0061C1404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57" y="1502569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98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1E0B-9A5F-EEAE-3054-1A961D6DD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C03D3-59B7-CCAF-F1DA-B6DBEF839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a12 = 30a0</a:t>
            </a:r>
          </a:p>
        </p:txBody>
      </p:sp>
      <p:pic>
        <p:nvPicPr>
          <p:cNvPr id="4" name="Picture 3" descr="A graph with a red circle&#10;&#10;AI-generated content may be incorrect.">
            <a:extLst>
              <a:ext uri="{FF2B5EF4-FFF2-40B4-BE49-F238E27FC236}">
                <a16:creationId xmlns:a16="http://schemas.microsoft.com/office/drawing/2014/main" id="{EE19E679-3772-D100-A113-433EC01CD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58" y="1346534"/>
            <a:ext cx="5842000" cy="4381500"/>
          </a:xfrm>
          <a:prstGeom prst="rect">
            <a:avLst/>
          </a:prstGeom>
        </p:spPr>
      </p:pic>
      <p:pic>
        <p:nvPicPr>
          <p:cNvPr id="7" name="Picture 6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DC774E0A-3D8B-5BD9-1E74-EDA8D358B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189" y="1346534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70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E74DC-165A-7744-4297-FC44478F7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2C041-833E-67D5-79F1-022E44370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a12 = 32a0</a:t>
            </a:r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1FA8DB2A-DA32-B02F-6102-1B741F91B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1464469"/>
            <a:ext cx="5842000" cy="4381500"/>
          </a:xfrm>
          <a:prstGeom prst="rect">
            <a:avLst/>
          </a:prstGeom>
        </p:spPr>
      </p:pic>
      <p:pic>
        <p:nvPicPr>
          <p:cNvPr id="8" name="Picture 7" descr="A graph with a red circle&#10;&#10;AI-generated content may be incorrect.">
            <a:extLst>
              <a:ext uri="{FF2B5EF4-FFF2-40B4-BE49-F238E27FC236}">
                <a16:creationId xmlns:a16="http://schemas.microsoft.com/office/drawing/2014/main" id="{FFB770C3-21AD-F231-231B-264EE3D41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464469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601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39615-0B26-D7EB-F2C2-0D5F562CF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95E9-02E5-54B6-5A43-81FB2007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a12 = 34a0</a:t>
            </a:r>
          </a:p>
        </p:txBody>
      </p:sp>
      <p:pic>
        <p:nvPicPr>
          <p:cNvPr id="4" name="Picture 3" descr="A graph of a graph&#10;&#10;AI-generated content may be incorrect.">
            <a:extLst>
              <a:ext uri="{FF2B5EF4-FFF2-40B4-BE49-F238E27FC236}">
                <a16:creationId xmlns:a16="http://schemas.microsoft.com/office/drawing/2014/main" id="{711F0AED-8414-FC46-5AEC-D64E20111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28964"/>
            <a:ext cx="5842000" cy="4381500"/>
          </a:xfrm>
          <a:prstGeom prst="rect">
            <a:avLst/>
          </a:prstGeom>
        </p:spPr>
      </p:pic>
      <p:pic>
        <p:nvPicPr>
          <p:cNvPr id="7" name="Picture 6" descr="A graph with a red circle&#10;&#10;AI-generated content may be incorrect.">
            <a:extLst>
              <a:ext uri="{FF2B5EF4-FFF2-40B4-BE49-F238E27FC236}">
                <a16:creationId xmlns:a16="http://schemas.microsoft.com/office/drawing/2014/main" id="{4218EE13-91A9-8933-F42F-26E83EA91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00" y="1328964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970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B66FA-BB5E-F0A6-B74B-05A452159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1BEA3-C688-CB8F-D862-49473AA84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a12 = 36a0</a:t>
            </a:r>
          </a:p>
        </p:txBody>
      </p:sp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1EB22DE1-E811-D5AF-D408-51E67C5EA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64469"/>
            <a:ext cx="5842000" cy="4381500"/>
          </a:xfrm>
          <a:prstGeom prst="rect">
            <a:avLst/>
          </a:prstGeom>
        </p:spPr>
      </p:pic>
      <p:pic>
        <p:nvPicPr>
          <p:cNvPr id="8" name="Picture 7" descr="A graph with a red circle&#10;&#10;AI-generated content may be incorrect.">
            <a:extLst>
              <a:ext uri="{FF2B5EF4-FFF2-40B4-BE49-F238E27FC236}">
                <a16:creationId xmlns:a16="http://schemas.microsoft.com/office/drawing/2014/main" id="{0F008D9E-9883-21CA-1D37-42747FF08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1464469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36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2F5E7-81E9-D253-E8E8-C2ED6187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79735-FB11-1704-1F4D-1983CE7EE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a12 = 38a0</a:t>
            </a:r>
          </a:p>
        </p:txBody>
      </p:sp>
      <p:pic>
        <p:nvPicPr>
          <p:cNvPr id="4" name="Picture 3" descr="A graph with a red circle&#10;&#10;AI-generated content may be incorrect.">
            <a:extLst>
              <a:ext uri="{FF2B5EF4-FFF2-40B4-BE49-F238E27FC236}">
                <a16:creationId xmlns:a16="http://schemas.microsoft.com/office/drawing/2014/main" id="{C59E1DE3-4B33-2888-1772-B8468DD4C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464469"/>
            <a:ext cx="5842000" cy="4381500"/>
          </a:xfrm>
          <a:prstGeom prst="rect">
            <a:avLst/>
          </a:prstGeom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6C06E255-4365-FE2B-597D-6869AFE10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64469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49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EED6A-C9FE-A7F7-3494-76EEC9198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9566-4809-D7B5-F4C2-DF4215B83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a12 = 40a0</a:t>
            </a:r>
          </a:p>
        </p:txBody>
      </p:sp>
      <p:pic>
        <p:nvPicPr>
          <p:cNvPr id="5" name="Picture 4" descr="A graph showing a red circle&#10;&#10;AI-generated content may be incorrect.">
            <a:extLst>
              <a:ext uri="{FF2B5EF4-FFF2-40B4-BE49-F238E27FC236}">
                <a16:creationId xmlns:a16="http://schemas.microsoft.com/office/drawing/2014/main" id="{3CD40145-4227-B48B-BC88-0354EABFD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238250"/>
            <a:ext cx="5842000" cy="4381500"/>
          </a:xfrm>
          <a:prstGeom prst="rect">
            <a:avLst/>
          </a:prstGeom>
        </p:spPr>
      </p:pic>
      <p:pic>
        <p:nvPicPr>
          <p:cNvPr id="8" name="Picture 7" descr="A graph of a graph&#10;&#10;AI-generated content may be incorrect.">
            <a:extLst>
              <a:ext uri="{FF2B5EF4-FFF2-40B4-BE49-F238E27FC236}">
                <a16:creationId xmlns:a16="http://schemas.microsoft.com/office/drawing/2014/main" id="{A5E892CB-21C0-A769-2435-F91A9E858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1238250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989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7C815-2409-8FC7-0363-52BDBB455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EDA49-ABE9-D894-B8CA-6922F599C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a12 = 42a0</a:t>
            </a:r>
          </a:p>
        </p:txBody>
      </p:sp>
      <p:pic>
        <p:nvPicPr>
          <p:cNvPr id="4" name="Picture 3" descr="A graph showing a red circle&#10;&#10;AI-generated content may be incorrect.">
            <a:extLst>
              <a:ext uri="{FF2B5EF4-FFF2-40B4-BE49-F238E27FC236}">
                <a16:creationId xmlns:a16="http://schemas.microsoft.com/office/drawing/2014/main" id="{7D4CCB81-8071-47E3-EC8B-F50BF9E04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238250"/>
            <a:ext cx="5842000" cy="4381500"/>
          </a:xfrm>
          <a:prstGeom prst="rect">
            <a:avLst/>
          </a:prstGeom>
        </p:spPr>
      </p:pic>
      <p:pic>
        <p:nvPicPr>
          <p:cNvPr id="7" name="Picture 6" descr="A graph of a graph&#10;&#10;AI-generated content may be incorrect.">
            <a:extLst>
              <a:ext uri="{FF2B5EF4-FFF2-40B4-BE49-F238E27FC236}">
                <a16:creationId xmlns:a16="http://schemas.microsoft.com/office/drawing/2014/main" id="{4779021E-8F74-E133-B797-8513E7478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38250"/>
            <a:ext cx="5842000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042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45</Words>
  <Application>Microsoft Macintosh PowerPoint</Application>
  <PresentationFormat>Widescreen</PresentationFormat>
  <Paragraphs>14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a12 = 25a0</vt:lpstr>
      <vt:lpstr>a12 = 26a0</vt:lpstr>
      <vt:lpstr>a12 = 28a0</vt:lpstr>
      <vt:lpstr>a12 = 30a0</vt:lpstr>
      <vt:lpstr>a12 = 32a0</vt:lpstr>
      <vt:lpstr>a12 = 34a0</vt:lpstr>
      <vt:lpstr>a12 = 36a0</vt:lpstr>
      <vt:lpstr>a12 = 38a0</vt:lpstr>
      <vt:lpstr>a12 = 40a0</vt:lpstr>
      <vt:lpstr>a12 = 42a0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Ruba Emran</dc:creator>
  <cp:lastModifiedBy>Ruba Emran</cp:lastModifiedBy>
  <cp:revision>1</cp:revision>
  <dcterms:created xsi:type="dcterms:W3CDTF">2026-03-18T22:05:17Z</dcterms:created>
  <dcterms:modified xsi:type="dcterms:W3CDTF">2026-03-18T22:14:52Z</dcterms:modified>
</cp:coreProperties>
</file>