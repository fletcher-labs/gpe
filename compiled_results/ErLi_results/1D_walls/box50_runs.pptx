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sldIdLst>
    <p:sldId id="270" r:id="rId2"/>
    <p:sldId id="271" r:id="rId3"/>
    <p:sldId id="277" r:id="rId4"/>
    <p:sldId id="278" r:id="rId5"/>
    <p:sldId id="273" r:id="rId6"/>
    <p:sldId id="275" r:id="rId7"/>
    <p:sldId id="276" r:id="rId8"/>
    <p:sldId id="262" r:id="rId9"/>
    <p:sldId id="260" r:id="rId10"/>
    <p:sldId id="261" r:id="rId11"/>
    <p:sldId id="263" r:id="rId12"/>
    <p:sldId id="256" r:id="rId13"/>
    <p:sldId id="257" r:id="rId14"/>
    <p:sldId id="258" r:id="rId15"/>
    <p:sldId id="264" r:id="rId16"/>
    <p:sldId id="268" r:id="rId17"/>
    <p:sldId id="269" r:id="rId18"/>
    <p:sldId id="265" r:id="rId19"/>
    <p:sldId id="266" r:id="rId20"/>
    <p:sldId id="267" r:id="rId21"/>
    <p:sldId id="27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10"/>
    <p:restoredTop sz="94670"/>
  </p:normalViewPr>
  <p:slideViewPr>
    <p:cSldViewPr snapToGrid="0">
      <p:cViewPr varScale="1">
        <p:scale>
          <a:sx n="77" d="100"/>
          <a:sy n="77" d="100"/>
        </p:scale>
        <p:origin x="224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1F7FF3-BE13-8A42-936C-8113209306FA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43B24-AF59-2147-9123-8D3D3CC11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9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14BD2-F634-9B87-3C0F-62DD7ECB9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B9C04-EF80-2E6E-3EA4-84AD58356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761BDB-11DB-7E04-67AE-BFA019ED5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9E450-8DB3-F25E-24FD-DBCB064FF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43B24-AF59-2147-9123-8D3D3CC114D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21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397C9-B4AD-2AD3-9267-C7BE36507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05FF1-1F73-66D5-C7A8-87839B636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BDF17B-1AB4-A9B2-1BE7-21B997CF2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20953-F28B-A469-564E-4554430D1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43B24-AF59-2147-9123-8D3D3CC114D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07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43B24-AF59-2147-9123-8D3D3CC114D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059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D893A-D17C-4E1D-EA48-A18DEEE59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A1676-C9B8-F81A-9C4C-FF448368C9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EE040-A9CA-3BAD-9133-6B8B30B1B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E10ED-62A7-037A-B5E0-258F0715BB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43B24-AF59-2147-9123-8D3D3CC114D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614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02611-032F-012E-DDA8-F8C4148FA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7073AC-58AC-F76A-B17D-A4ABBC847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680C5-ACDF-5384-BE8F-1BCB619A7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A4D42-E766-1CFD-6456-A9F7A5A27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43B24-AF59-2147-9123-8D3D3CC114D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144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9E98-2E00-7A4A-BD2A-AE9346168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FE6D1-1BE5-85C0-1D56-4648C9962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6E989-8C2A-C0AE-BE84-0D5DBBF8D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3A115-C0F2-9955-D87A-2729D01BB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43B24-AF59-2147-9123-8D3D3CC114D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680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451F-0C22-7B4D-A9D5-4C25495916B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1EAD-CCD6-AE4D-BFEC-3B1B6D7F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29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451F-0C22-7B4D-A9D5-4C25495916B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1EAD-CCD6-AE4D-BFEC-3B1B6D7F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408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451F-0C22-7B4D-A9D5-4C25495916B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1EAD-CCD6-AE4D-BFEC-3B1B6D7F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0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451F-0C22-7B4D-A9D5-4C25495916B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1EAD-CCD6-AE4D-BFEC-3B1B6D7F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95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451F-0C22-7B4D-A9D5-4C25495916B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1EAD-CCD6-AE4D-BFEC-3B1B6D7F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39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451F-0C22-7B4D-A9D5-4C25495916B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1EAD-CCD6-AE4D-BFEC-3B1B6D7F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40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451F-0C22-7B4D-A9D5-4C25495916B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1EAD-CCD6-AE4D-BFEC-3B1B6D7F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2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451F-0C22-7B4D-A9D5-4C25495916B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1EAD-CCD6-AE4D-BFEC-3B1B6D7F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52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451F-0C22-7B4D-A9D5-4C25495916B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1EAD-CCD6-AE4D-BFEC-3B1B6D7F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204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451F-0C22-7B4D-A9D5-4C25495916B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1EAD-CCD6-AE4D-BFEC-3B1B6D7F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4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451F-0C22-7B4D-A9D5-4C25495916B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1EAD-CCD6-AE4D-BFEC-3B1B6D7F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92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0451F-0C22-7B4D-A9D5-4C25495916B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81EAD-CCD6-AE4D-BFEC-3B1B6D7F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07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F61B0-D21A-6BE0-6A77-DEE6CA9FA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FD23C4-21BD-6FA0-43B1-3CF99371B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-25000" dirty="0"/>
              <a:t>1</a:t>
            </a:r>
            <a:r>
              <a:rPr lang="en-US" dirty="0"/>
              <a:t> = 68a</a:t>
            </a:r>
            <a:r>
              <a:rPr lang="en-US" baseline="-25000" dirty="0"/>
              <a:t>0</a:t>
            </a:r>
          </a:p>
          <a:p>
            <a:r>
              <a:rPr lang="en-US" dirty="0"/>
              <a:t>a</a:t>
            </a:r>
            <a:r>
              <a:rPr lang="en-US" baseline="-25000" dirty="0"/>
              <a:t>dd</a:t>
            </a:r>
            <a:r>
              <a:rPr lang="en-US" dirty="0"/>
              <a:t> = 65a</a:t>
            </a:r>
            <a:r>
              <a:rPr lang="en-US" baseline="-25000" dirty="0"/>
              <a:t>0</a:t>
            </a:r>
          </a:p>
          <a:p>
            <a:r>
              <a:rPr lang="en-US" dirty="0"/>
              <a:t>a</a:t>
            </a:r>
            <a:r>
              <a:rPr lang="en-US" baseline="-25000" dirty="0"/>
              <a:t>2 </a:t>
            </a:r>
            <a:r>
              <a:rPr lang="en-US" dirty="0"/>
              <a:t>= 80a</a:t>
            </a:r>
            <a:r>
              <a:rPr lang="en-US" baseline="-25000" dirty="0"/>
              <a:t>0</a:t>
            </a:r>
          </a:p>
          <a:p>
            <a:r>
              <a:rPr lang="en-US" dirty="0"/>
              <a:t>N</a:t>
            </a:r>
            <a:r>
              <a:rPr lang="en-US" baseline="-25000" dirty="0"/>
              <a:t>1</a:t>
            </a:r>
            <a:r>
              <a:rPr lang="en-US" dirty="0"/>
              <a:t> = 20,000</a:t>
            </a:r>
          </a:p>
          <a:p>
            <a:r>
              <a:rPr lang="en-US" dirty="0" err="1"/>
              <a:t>l</a:t>
            </a:r>
            <a:r>
              <a:rPr lang="en-US" baseline="-25000" dirty="0" err="1"/>
              <a:t>box</a:t>
            </a:r>
            <a:r>
              <a:rPr lang="en-US" dirty="0"/>
              <a:t> = 50l</a:t>
            </a:r>
            <a:r>
              <a:rPr lang="en-US" baseline="-25000" dirty="0"/>
              <a:t>ho,yz,Er</a:t>
            </a:r>
            <a:endParaRPr lang="en-US" dirty="0"/>
          </a:p>
          <a:p>
            <a:r>
              <a:rPr lang="en-US" dirty="0" err="1"/>
              <a:t>f</a:t>
            </a:r>
            <a:r>
              <a:rPr lang="en-US" baseline="-25000" dirty="0" err="1"/>
              <a:t>yz,Er</a:t>
            </a:r>
            <a:r>
              <a:rPr lang="en-US" dirty="0"/>
              <a:t> = 150 Hz</a:t>
            </a:r>
          </a:p>
        </p:txBody>
      </p:sp>
    </p:spTree>
    <p:extLst>
      <p:ext uri="{BB962C8B-B14F-4D97-AF65-F5344CB8AC3E}">
        <p14:creationId xmlns:p14="http://schemas.microsoft.com/office/powerpoint/2010/main" val="1360471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69C35-CBB8-7E1F-F67C-7A59BAD8D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en-US" baseline="-25000" dirty="0"/>
              <a:t>2</a:t>
            </a:r>
            <a:r>
              <a:rPr lang="en-US" dirty="0"/>
              <a:t> = 4000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4075A4-D9EE-4FF9-3089-D85355621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372" y="1571366"/>
            <a:ext cx="6093255" cy="456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39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22CD-C80F-7EE5-10CE-9C34B7DB6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28A299-B78A-4729-DA1F-4C51D92C6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0"/>
            <a:ext cx="4064000" cy="304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B9930E-6E61-45CC-5188-2A7FDFEA3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714" y="381000"/>
            <a:ext cx="4064000" cy="304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33FA18-DAB6-2E7D-81FA-C96DA24232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5685" y="381000"/>
            <a:ext cx="4064000" cy="304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37A5C22-DC3C-0496-8562-5765477F03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57" y="3810000"/>
            <a:ext cx="4064000" cy="304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C0334AC-B732-2430-AF3F-CEDCC982F0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4214" y="3810000"/>
            <a:ext cx="4064000" cy="304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D61EE37-EB7B-262A-0F05-AA660695AD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8399" y="3810000"/>
            <a:ext cx="4064000" cy="304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843B152-73B8-D15D-5C7C-2C2ECBAC49D7}"/>
              </a:ext>
            </a:extLst>
          </p:cNvPr>
          <p:cNvSpPr txBox="1">
            <a:spLocks/>
          </p:cNvSpPr>
          <p:nvPr/>
        </p:nvSpPr>
        <p:spPr>
          <a:xfrm>
            <a:off x="275772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30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D4F7B11-3456-9EE3-8199-F3AA2ECD5A16}"/>
              </a:ext>
            </a:extLst>
          </p:cNvPr>
          <p:cNvSpPr txBox="1">
            <a:spLocks/>
          </p:cNvSpPr>
          <p:nvPr/>
        </p:nvSpPr>
        <p:spPr>
          <a:xfrm>
            <a:off x="4180190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32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45DFC3F-5C95-53DE-D9A9-114C06927B3B}"/>
              </a:ext>
            </a:extLst>
          </p:cNvPr>
          <p:cNvSpPr txBox="1">
            <a:spLocks/>
          </p:cNvSpPr>
          <p:nvPr/>
        </p:nvSpPr>
        <p:spPr>
          <a:xfrm>
            <a:off x="8084608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34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7D1F999-FB77-1D2A-0013-89D4C30BFB1C}"/>
              </a:ext>
            </a:extLst>
          </p:cNvPr>
          <p:cNvSpPr txBox="1">
            <a:spLocks/>
          </p:cNvSpPr>
          <p:nvPr/>
        </p:nvSpPr>
        <p:spPr>
          <a:xfrm>
            <a:off x="275772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36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8C4ED56F-CC1D-48C9-6189-C74671C5068C}"/>
              </a:ext>
            </a:extLst>
          </p:cNvPr>
          <p:cNvSpPr txBox="1">
            <a:spLocks/>
          </p:cNvSpPr>
          <p:nvPr/>
        </p:nvSpPr>
        <p:spPr>
          <a:xfrm>
            <a:off x="4339772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38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1812C289-CD1B-1896-526B-64A667734439}"/>
              </a:ext>
            </a:extLst>
          </p:cNvPr>
          <p:cNvSpPr txBox="1">
            <a:spLocks/>
          </p:cNvSpPr>
          <p:nvPr/>
        </p:nvSpPr>
        <p:spPr>
          <a:xfrm>
            <a:off x="8084608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41</a:t>
            </a:r>
          </a:p>
        </p:txBody>
      </p:sp>
    </p:spTree>
    <p:extLst>
      <p:ext uri="{BB962C8B-B14F-4D97-AF65-F5344CB8AC3E}">
        <p14:creationId xmlns:p14="http://schemas.microsoft.com/office/powerpoint/2010/main" val="3711421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78C0E-839B-38A4-23E1-C07B3B99D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574D904-FFE5-65B1-DBEF-65036B705042}"/>
              </a:ext>
            </a:extLst>
          </p:cNvPr>
          <p:cNvSpPr txBox="1">
            <a:spLocks/>
          </p:cNvSpPr>
          <p:nvPr/>
        </p:nvSpPr>
        <p:spPr>
          <a:xfrm>
            <a:off x="275772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43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A2EB67D-6886-DC39-7D27-83E07B266F44}"/>
              </a:ext>
            </a:extLst>
          </p:cNvPr>
          <p:cNvSpPr txBox="1">
            <a:spLocks/>
          </p:cNvSpPr>
          <p:nvPr/>
        </p:nvSpPr>
        <p:spPr>
          <a:xfrm>
            <a:off x="4180190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45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E4D6512-1F4C-DE49-8917-B0DABACE81E9}"/>
              </a:ext>
            </a:extLst>
          </p:cNvPr>
          <p:cNvSpPr txBox="1">
            <a:spLocks/>
          </p:cNvSpPr>
          <p:nvPr/>
        </p:nvSpPr>
        <p:spPr>
          <a:xfrm>
            <a:off x="8084608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9BEDB2-6877-0496-5502-AE63FBB82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3" y="695259"/>
            <a:ext cx="4064000" cy="304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E27582-DF47-0D41-9719-171862BFE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120" y="702927"/>
            <a:ext cx="4064000" cy="304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D683E9-55B2-968D-F788-3E81441BB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847" y="710595"/>
            <a:ext cx="4064000" cy="304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76D13E-CD31-9BF8-AEAF-F0638DC6E689}"/>
              </a:ext>
            </a:extLst>
          </p:cNvPr>
          <p:cNvSpPr txBox="1"/>
          <p:nvPr/>
        </p:nvSpPr>
        <p:spPr>
          <a:xfrm>
            <a:off x="7945120" y="3766263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maybe didn’t find unmodulated state</a:t>
            </a:r>
          </a:p>
        </p:txBody>
      </p:sp>
    </p:spTree>
    <p:extLst>
      <p:ext uri="{BB962C8B-B14F-4D97-AF65-F5344CB8AC3E}">
        <p14:creationId xmlns:p14="http://schemas.microsoft.com/office/powerpoint/2010/main" val="3814033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385B9-E089-9C65-5D98-FE98A796D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4865-76BF-D5D0-3785-323FBF6C4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/>
              <a:t>= 5000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67029B-AA5D-C9E4-C94A-BB01761B5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226" y="1457932"/>
            <a:ext cx="6213648" cy="466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748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C6CFC-8B05-0D4B-F14E-DF0271F86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C1523A-B171-04B0-224F-5EBA90829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3" y="459246"/>
            <a:ext cx="4064000" cy="304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790AF3-7126-1239-4805-336EBF346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714" y="459246"/>
            <a:ext cx="4064000" cy="304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6BBC66A-7D9D-B617-F1E2-191B2DABF3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7714" y="459246"/>
            <a:ext cx="4064000" cy="304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621F571-04EC-2697-4A69-764F348C98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0" y="3799091"/>
            <a:ext cx="4064000" cy="304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92C4824-4595-25FA-39A7-AE15453349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1299" y="3810000"/>
            <a:ext cx="4064000" cy="304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9D6C23E-7B31-C65F-1CB7-E59214AA19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7714" y="3799091"/>
            <a:ext cx="4064000" cy="304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5C28D9AE-3A4C-0377-1F6C-42BBA08B6A99}"/>
              </a:ext>
            </a:extLst>
          </p:cNvPr>
          <p:cNvSpPr txBox="1">
            <a:spLocks/>
          </p:cNvSpPr>
          <p:nvPr/>
        </p:nvSpPr>
        <p:spPr>
          <a:xfrm>
            <a:off x="275772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30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F5E7D3A-1F9D-10DA-1974-7FFB1927067E}"/>
              </a:ext>
            </a:extLst>
          </p:cNvPr>
          <p:cNvSpPr txBox="1">
            <a:spLocks/>
          </p:cNvSpPr>
          <p:nvPr/>
        </p:nvSpPr>
        <p:spPr>
          <a:xfrm>
            <a:off x="4180190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32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AA4C0AC-8E01-2C5E-8086-4C7DCDF9FFA8}"/>
              </a:ext>
            </a:extLst>
          </p:cNvPr>
          <p:cNvSpPr txBox="1">
            <a:spLocks/>
          </p:cNvSpPr>
          <p:nvPr/>
        </p:nvSpPr>
        <p:spPr>
          <a:xfrm>
            <a:off x="8084608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34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1B9B724-2909-CD19-8B53-A0981FF3C106}"/>
              </a:ext>
            </a:extLst>
          </p:cNvPr>
          <p:cNvSpPr txBox="1">
            <a:spLocks/>
          </p:cNvSpPr>
          <p:nvPr/>
        </p:nvSpPr>
        <p:spPr>
          <a:xfrm>
            <a:off x="275772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36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01F3448-7395-4E8A-DC31-7D389A97B5B8}"/>
              </a:ext>
            </a:extLst>
          </p:cNvPr>
          <p:cNvSpPr txBox="1">
            <a:spLocks/>
          </p:cNvSpPr>
          <p:nvPr/>
        </p:nvSpPr>
        <p:spPr>
          <a:xfrm>
            <a:off x="4339772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38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0815DE3-3E47-FDFA-A4AE-4112932A693F}"/>
              </a:ext>
            </a:extLst>
          </p:cNvPr>
          <p:cNvSpPr txBox="1">
            <a:spLocks/>
          </p:cNvSpPr>
          <p:nvPr/>
        </p:nvSpPr>
        <p:spPr>
          <a:xfrm>
            <a:off x="8084608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41</a:t>
            </a:r>
          </a:p>
        </p:txBody>
      </p:sp>
    </p:spTree>
    <p:extLst>
      <p:ext uri="{BB962C8B-B14F-4D97-AF65-F5344CB8AC3E}">
        <p14:creationId xmlns:p14="http://schemas.microsoft.com/office/powerpoint/2010/main" val="4035784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C925F-EC87-F8E0-2F28-4D84618F5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6AA2E9-0CB2-FF87-A0EC-669E9B1CE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3" y="459246"/>
            <a:ext cx="4064000" cy="304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5F5E7C-7610-3763-0613-125E2C014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243" y="459246"/>
            <a:ext cx="4064000" cy="304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7AFC2A-191E-F72F-769F-1C669F504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2219" y="459246"/>
            <a:ext cx="4094009" cy="30705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00C584-7B20-CBF2-EAC3-6BD5717D6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925495"/>
            <a:ext cx="3831243" cy="2873432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34F6042A-467C-63A4-E842-04CF9C351E7E}"/>
              </a:ext>
            </a:extLst>
          </p:cNvPr>
          <p:cNvSpPr txBox="1">
            <a:spLocks/>
          </p:cNvSpPr>
          <p:nvPr/>
        </p:nvSpPr>
        <p:spPr>
          <a:xfrm>
            <a:off x="275772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43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653F4F5-8EDF-611F-3207-1A7D47DE9D17}"/>
              </a:ext>
            </a:extLst>
          </p:cNvPr>
          <p:cNvSpPr txBox="1">
            <a:spLocks/>
          </p:cNvSpPr>
          <p:nvPr/>
        </p:nvSpPr>
        <p:spPr>
          <a:xfrm>
            <a:off x="4180190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45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A4121C2-5013-FE39-6067-0F226522A77A}"/>
              </a:ext>
            </a:extLst>
          </p:cNvPr>
          <p:cNvSpPr txBox="1">
            <a:spLocks/>
          </p:cNvSpPr>
          <p:nvPr/>
        </p:nvSpPr>
        <p:spPr>
          <a:xfrm>
            <a:off x="8084608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47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7A05DF8-B476-C2D0-9277-0F7963B8F094}"/>
              </a:ext>
            </a:extLst>
          </p:cNvPr>
          <p:cNvSpPr txBox="1">
            <a:spLocks/>
          </p:cNvSpPr>
          <p:nvPr/>
        </p:nvSpPr>
        <p:spPr>
          <a:xfrm>
            <a:off x="275772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50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4CD743-779D-6E5C-72FF-EEE3D507662D}"/>
              </a:ext>
            </a:extLst>
          </p:cNvPr>
          <p:cNvSpPr txBox="1"/>
          <p:nvPr/>
        </p:nvSpPr>
        <p:spPr>
          <a:xfrm>
            <a:off x="7895243" y="3529753"/>
            <a:ext cx="406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probably just missed unmodulated state</a:t>
            </a:r>
          </a:p>
        </p:txBody>
      </p:sp>
    </p:spTree>
    <p:extLst>
      <p:ext uri="{BB962C8B-B14F-4D97-AF65-F5344CB8AC3E}">
        <p14:creationId xmlns:p14="http://schemas.microsoft.com/office/powerpoint/2010/main" val="79485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72F76-9783-0B34-EB2C-33D547CB4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en-US" baseline="-25000" dirty="0"/>
              <a:t>2</a:t>
            </a:r>
            <a:r>
              <a:rPr lang="en-US" dirty="0"/>
              <a:t> = 6000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111E64-C3B9-4EBD-58FF-62EC53ED8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763" y="1690688"/>
            <a:ext cx="622300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43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508AD07-B7BF-AC58-7CA8-45612CB50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15" y="3810000"/>
            <a:ext cx="4064000" cy="304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DC9C603F-AC2B-2BA7-326B-A892B394A920}"/>
              </a:ext>
            </a:extLst>
          </p:cNvPr>
          <p:cNvSpPr txBox="1">
            <a:spLocks/>
          </p:cNvSpPr>
          <p:nvPr/>
        </p:nvSpPr>
        <p:spPr>
          <a:xfrm>
            <a:off x="275772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FE68E7-9A35-6E1F-F211-CC785FDF3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90" y="591262"/>
            <a:ext cx="4064000" cy="30480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C039D2E2-CF14-D549-5D68-00406EE0A1C0}"/>
              </a:ext>
            </a:extLst>
          </p:cNvPr>
          <p:cNvSpPr txBox="1">
            <a:spLocks/>
          </p:cNvSpPr>
          <p:nvPr/>
        </p:nvSpPr>
        <p:spPr>
          <a:xfrm>
            <a:off x="4180190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1AE5A1-5DAF-1129-4C7E-A9B556C7D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0" y="591262"/>
            <a:ext cx="4064000" cy="3048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3DA9CD62-134F-B3ED-3851-A6629400056E}"/>
              </a:ext>
            </a:extLst>
          </p:cNvPr>
          <p:cNvSpPr txBox="1">
            <a:spLocks/>
          </p:cNvSpPr>
          <p:nvPr/>
        </p:nvSpPr>
        <p:spPr>
          <a:xfrm>
            <a:off x="8084608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C99D82-45BB-DDC1-8D7B-626D15FB75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4608" y="591262"/>
            <a:ext cx="4064000" cy="3048000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AD769966-7DF1-8278-EC8A-DC4168A64DA6}"/>
              </a:ext>
            </a:extLst>
          </p:cNvPr>
          <p:cNvSpPr txBox="1">
            <a:spLocks/>
          </p:cNvSpPr>
          <p:nvPr/>
        </p:nvSpPr>
        <p:spPr>
          <a:xfrm>
            <a:off x="275772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775BB-1A5B-85B1-9E28-7125C9F980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0608" y="3810000"/>
            <a:ext cx="4064000" cy="3048000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217D7DF3-5880-F012-81CD-47F9C4FF51C2}"/>
              </a:ext>
            </a:extLst>
          </p:cNvPr>
          <p:cNvSpPr txBox="1">
            <a:spLocks/>
          </p:cNvSpPr>
          <p:nvPr/>
        </p:nvSpPr>
        <p:spPr>
          <a:xfrm>
            <a:off x="4339772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38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0FFCB4-1E41-1574-4644-029FA5E4B5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6768" y="3810000"/>
            <a:ext cx="4064000" cy="3048000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7F007F98-E263-140E-BCC7-27CCB33C0E0B}"/>
              </a:ext>
            </a:extLst>
          </p:cNvPr>
          <p:cNvSpPr txBox="1">
            <a:spLocks/>
          </p:cNvSpPr>
          <p:nvPr/>
        </p:nvSpPr>
        <p:spPr>
          <a:xfrm>
            <a:off x="8084608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41</a:t>
            </a:r>
          </a:p>
        </p:txBody>
      </p:sp>
    </p:spTree>
    <p:extLst>
      <p:ext uri="{BB962C8B-B14F-4D97-AF65-F5344CB8AC3E}">
        <p14:creationId xmlns:p14="http://schemas.microsoft.com/office/powerpoint/2010/main" val="3693422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B0F86-2786-B221-C882-04056BFE7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D052FC4-0E33-A50A-DF22-95AD67393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228" y="381000"/>
            <a:ext cx="4064000" cy="304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79A6D24-6686-FF81-339F-2ACD2FCBF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99222"/>
            <a:ext cx="4064000" cy="304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CA601C-2B2E-981F-AD66-0BBB77CDE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0608" y="381000"/>
            <a:ext cx="4064000" cy="304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F7B8E4B-0137-4302-76D1-46DFE4E033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81000"/>
            <a:ext cx="4064000" cy="304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5A94C01A-1AC0-BC59-DFF7-33270AC003C0}"/>
              </a:ext>
            </a:extLst>
          </p:cNvPr>
          <p:cNvSpPr txBox="1">
            <a:spLocks/>
          </p:cNvSpPr>
          <p:nvPr/>
        </p:nvSpPr>
        <p:spPr>
          <a:xfrm>
            <a:off x="275772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43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3CE0743-A940-7DBA-265C-D4B6D815E146}"/>
              </a:ext>
            </a:extLst>
          </p:cNvPr>
          <p:cNvSpPr txBox="1">
            <a:spLocks/>
          </p:cNvSpPr>
          <p:nvPr/>
        </p:nvSpPr>
        <p:spPr>
          <a:xfrm>
            <a:off x="4180190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45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D2B2CBA-98B6-5F5A-9719-E0F8A308FBB9}"/>
              </a:ext>
            </a:extLst>
          </p:cNvPr>
          <p:cNvSpPr txBox="1">
            <a:spLocks/>
          </p:cNvSpPr>
          <p:nvPr/>
        </p:nvSpPr>
        <p:spPr>
          <a:xfrm>
            <a:off x="8084608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47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B42AEE0-DFB8-EFBB-C3DD-4F80425D8CF6}"/>
              </a:ext>
            </a:extLst>
          </p:cNvPr>
          <p:cNvSpPr txBox="1">
            <a:spLocks/>
          </p:cNvSpPr>
          <p:nvPr/>
        </p:nvSpPr>
        <p:spPr>
          <a:xfrm>
            <a:off x="275772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50</a:t>
            </a:r>
          </a:p>
        </p:txBody>
      </p:sp>
    </p:spTree>
    <p:extLst>
      <p:ext uri="{BB962C8B-B14F-4D97-AF65-F5344CB8AC3E}">
        <p14:creationId xmlns:p14="http://schemas.microsoft.com/office/powerpoint/2010/main" val="401764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1501D-012E-1F36-3C81-14A46CCAF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7CB31-4F84-2ADC-A9AC-BA9DAB1D0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en-US" baseline="-25000" dirty="0"/>
              <a:t>2</a:t>
            </a:r>
            <a:r>
              <a:rPr lang="en-US" dirty="0"/>
              <a:t> = 6500</a:t>
            </a:r>
          </a:p>
        </p:txBody>
      </p:sp>
    </p:spTree>
    <p:extLst>
      <p:ext uri="{BB962C8B-B14F-4D97-AF65-F5344CB8AC3E}">
        <p14:creationId xmlns:p14="http://schemas.microsoft.com/office/powerpoint/2010/main" val="1221250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9A09579-58E6-1CB7-CBAD-13BBC8CB8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48" y="3810000"/>
            <a:ext cx="4064000" cy="304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57C75AC-D7FF-821A-217C-5091905D4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772" y="215565"/>
            <a:ext cx="1465942" cy="487362"/>
          </a:xfrm>
        </p:spPr>
        <p:txBody>
          <a:bodyPr/>
          <a:lstStyle/>
          <a:p>
            <a:pPr algn="l"/>
            <a:r>
              <a:rPr lang="en-US" dirty="0"/>
              <a:t>a12 = 30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17CB0241-54CC-E844-EB9B-4FD88DAFC0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F4A6F-9F1C-D7B8-CA41-3616CE499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72" y="654159"/>
            <a:ext cx="3778552" cy="2833914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829A152C-3552-CBE6-9463-6CC1C7C26AC4}"/>
              </a:ext>
            </a:extLst>
          </p:cNvPr>
          <p:cNvSpPr txBox="1">
            <a:spLocks/>
          </p:cNvSpPr>
          <p:nvPr/>
        </p:nvSpPr>
        <p:spPr>
          <a:xfrm>
            <a:off x="4477658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a12 = 31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210437-01A6-F5C4-786E-02E0DF322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743" y="654159"/>
            <a:ext cx="3778552" cy="2833914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1B8A4ED5-44C0-6731-2A0B-92760B12E979}"/>
              </a:ext>
            </a:extLst>
          </p:cNvPr>
          <p:cNvSpPr txBox="1">
            <a:spLocks/>
          </p:cNvSpPr>
          <p:nvPr/>
        </p:nvSpPr>
        <p:spPr>
          <a:xfrm>
            <a:off x="8004629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a12 = 33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64742D-051F-32A2-011D-359D9528BF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8571" y="632619"/>
            <a:ext cx="4064000" cy="3048000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198AB65D-FC9F-A6E2-8217-F66BC044640C}"/>
              </a:ext>
            </a:extLst>
          </p:cNvPr>
          <p:cNvSpPr txBox="1">
            <a:spLocks/>
          </p:cNvSpPr>
          <p:nvPr/>
        </p:nvSpPr>
        <p:spPr>
          <a:xfrm>
            <a:off x="275772" y="3535476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a12 = 34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158838A-4793-AFF8-C129-A10237154D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1600" y="3779157"/>
            <a:ext cx="4064000" cy="3048000"/>
          </a:xfrm>
          <a:prstGeom prst="rect">
            <a:avLst/>
          </a:prstGeom>
        </p:spPr>
      </p:pic>
      <p:sp>
        <p:nvSpPr>
          <p:cNvPr id="18" name="Subtitle 2">
            <a:extLst>
              <a:ext uri="{FF2B5EF4-FFF2-40B4-BE49-F238E27FC236}">
                <a16:creationId xmlns:a16="http://schemas.microsoft.com/office/drawing/2014/main" id="{D17B6904-F41C-BC29-8829-09E8FEF2383F}"/>
              </a:ext>
            </a:extLst>
          </p:cNvPr>
          <p:cNvSpPr txBox="1">
            <a:spLocks/>
          </p:cNvSpPr>
          <p:nvPr/>
        </p:nvSpPr>
        <p:spPr>
          <a:xfrm>
            <a:off x="4175035" y="3550898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a12 = 36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5B9E1E4-009E-8E53-9F45-45B85258E3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152" y="3749475"/>
            <a:ext cx="4064000" cy="3048000"/>
          </a:xfrm>
          <a:prstGeom prst="rect">
            <a:avLst/>
          </a:prstGeom>
        </p:spPr>
      </p:pic>
      <p:sp>
        <p:nvSpPr>
          <p:cNvPr id="20" name="Subtitle 2">
            <a:extLst>
              <a:ext uri="{FF2B5EF4-FFF2-40B4-BE49-F238E27FC236}">
                <a16:creationId xmlns:a16="http://schemas.microsoft.com/office/drawing/2014/main" id="{250336C5-DB34-E2C4-68B9-DDFBA8BB9564}"/>
              </a:ext>
            </a:extLst>
          </p:cNvPr>
          <p:cNvSpPr txBox="1">
            <a:spLocks/>
          </p:cNvSpPr>
          <p:nvPr/>
        </p:nvSpPr>
        <p:spPr>
          <a:xfrm>
            <a:off x="7975600" y="35845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a12 = 37</a:t>
            </a:r>
          </a:p>
        </p:txBody>
      </p:sp>
    </p:spTree>
    <p:extLst>
      <p:ext uri="{BB962C8B-B14F-4D97-AF65-F5344CB8AC3E}">
        <p14:creationId xmlns:p14="http://schemas.microsoft.com/office/powerpoint/2010/main" val="3633787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BCC95-2206-7719-4294-4BE324005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11DADC8-457C-A801-404A-FF224AE00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228" y="3782568"/>
            <a:ext cx="4064000" cy="304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45BA9F-66D4-3ABD-DF6C-B8D223B3C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600" y="3766921"/>
            <a:ext cx="4064000" cy="304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A2BA581-A2EC-1EB6-57FC-58313E6FE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000"/>
            <a:ext cx="4064000" cy="304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7DB5DE-E6FF-0940-D865-C54CDA651E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2743" y="381000"/>
            <a:ext cx="4064000" cy="304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2B7584-911A-0012-4F16-569AE5A970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5486" y="381000"/>
            <a:ext cx="4064000" cy="304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3C51207-F720-F7D8-D5E4-857342DC6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772" y="215565"/>
            <a:ext cx="1465942" cy="487362"/>
          </a:xfrm>
        </p:spPr>
        <p:txBody>
          <a:bodyPr/>
          <a:lstStyle/>
          <a:p>
            <a:pPr algn="l"/>
            <a:r>
              <a:rPr lang="en-US" dirty="0"/>
              <a:t>a12 = 39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E311DFAC-BC9C-E365-65FA-A6193F885D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7695629-E45B-43CC-C4FD-2D98CC9DFFB8}"/>
              </a:ext>
            </a:extLst>
          </p:cNvPr>
          <p:cNvSpPr txBox="1">
            <a:spLocks/>
          </p:cNvSpPr>
          <p:nvPr/>
        </p:nvSpPr>
        <p:spPr>
          <a:xfrm>
            <a:off x="4477658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a12 = 41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1C1B69E-B43B-6ECB-9BD0-0240F9B18F8B}"/>
              </a:ext>
            </a:extLst>
          </p:cNvPr>
          <p:cNvSpPr txBox="1">
            <a:spLocks/>
          </p:cNvSpPr>
          <p:nvPr/>
        </p:nvSpPr>
        <p:spPr>
          <a:xfrm>
            <a:off x="8004629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a12 = 42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7B92491E-0A02-9454-7E5A-55D053558822}"/>
              </a:ext>
            </a:extLst>
          </p:cNvPr>
          <p:cNvSpPr txBox="1">
            <a:spLocks/>
          </p:cNvSpPr>
          <p:nvPr/>
        </p:nvSpPr>
        <p:spPr>
          <a:xfrm>
            <a:off x="275772" y="3535476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a12 = 44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21ADA72-5960-4216-8BB9-732EF8E34BC7}"/>
              </a:ext>
            </a:extLst>
          </p:cNvPr>
          <p:cNvSpPr txBox="1">
            <a:spLocks/>
          </p:cNvSpPr>
          <p:nvPr/>
        </p:nvSpPr>
        <p:spPr>
          <a:xfrm>
            <a:off x="4175035" y="3550898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a12 = 45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F7DB6B43-8607-2FB1-5B38-2B7AA35339AC}"/>
              </a:ext>
            </a:extLst>
          </p:cNvPr>
          <p:cNvSpPr txBox="1">
            <a:spLocks/>
          </p:cNvSpPr>
          <p:nvPr/>
        </p:nvSpPr>
        <p:spPr>
          <a:xfrm>
            <a:off x="7975600" y="35845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a12 = 47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DF5A4B-2865-DFBF-CB74-C5B41F40E3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08" y="3830951"/>
            <a:ext cx="4064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859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C68ED-E062-9E5F-9F6D-5E2307BF4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D4B316-2A45-4BB4-BC15-83427F805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772" y="215565"/>
            <a:ext cx="1465942" cy="487362"/>
          </a:xfrm>
        </p:spPr>
        <p:txBody>
          <a:bodyPr/>
          <a:lstStyle/>
          <a:p>
            <a:pPr algn="l"/>
            <a:r>
              <a:rPr lang="en-US" dirty="0"/>
              <a:t>a12 = 48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1B9B78F3-4590-1AF7-8A7E-9B3F0C275A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064D90-4048-9D43-D6E1-D876AB7AD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2" y="533400"/>
            <a:ext cx="4064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782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34F86-CB16-87F6-1A02-62A4A6289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en-US" baseline="-25000" dirty="0"/>
              <a:t>2</a:t>
            </a:r>
            <a:r>
              <a:rPr lang="en-US" dirty="0"/>
              <a:t> = 7000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8BDCE6-8C3E-7308-FE6F-26EC9F751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472" y="1905000"/>
            <a:ext cx="5474208" cy="410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858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65E59-35AF-BAF6-1C69-C6F3FC169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F5502A-801F-1240-1953-248509AD0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90" y="459246"/>
            <a:ext cx="4064000" cy="304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307FA4-6872-7236-13BB-FD5DD923A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812" y="459246"/>
            <a:ext cx="4064000" cy="304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CCE7FEA-F208-D2DF-D190-47DD0B20E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1810" y="399632"/>
            <a:ext cx="4064000" cy="304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0CD4A2D-C374-B631-BA58-73973E2937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90" y="3750927"/>
            <a:ext cx="4064000" cy="304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0FD46A0-E42D-141D-0628-0522051032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000" y="3750927"/>
            <a:ext cx="4064000" cy="304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E9CCC18-4BE2-9E71-E4B5-C8C40760FE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1810" y="3687091"/>
            <a:ext cx="4064000" cy="304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D0243E69-5585-A722-0154-A99BEFE800FA}"/>
              </a:ext>
            </a:extLst>
          </p:cNvPr>
          <p:cNvSpPr txBox="1">
            <a:spLocks/>
          </p:cNvSpPr>
          <p:nvPr/>
        </p:nvSpPr>
        <p:spPr>
          <a:xfrm>
            <a:off x="275772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30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832A06B-AED6-D80B-51AB-33F311F2FB3B}"/>
              </a:ext>
            </a:extLst>
          </p:cNvPr>
          <p:cNvSpPr txBox="1">
            <a:spLocks/>
          </p:cNvSpPr>
          <p:nvPr/>
        </p:nvSpPr>
        <p:spPr>
          <a:xfrm>
            <a:off x="4180190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32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5F6F493-D092-C90C-0E8A-5158915D97F0}"/>
              </a:ext>
            </a:extLst>
          </p:cNvPr>
          <p:cNvSpPr txBox="1">
            <a:spLocks/>
          </p:cNvSpPr>
          <p:nvPr/>
        </p:nvSpPr>
        <p:spPr>
          <a:xfrm>
            <a:off x="8084608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34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CC495B3-6A9E-FCFC-7EAA-5AE4750FFF1C}"/>
              </a:ext>
            </a:extLst>
          </p:cNvPr>
          <p:cNvSpPr txBox="1">
            <a:spLocks/>
          </p:cNvSpPr>
          <p:nvPr/>
        </p:nvSpPr>
        <p:spPr>
          <a:xfrm>
            <a:off x="275772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36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E819760-D94E-DD7D-A5A6-5486F9C6BF1D}"/>
              </a:ext>
            </a:extLst>
          </p:cNvPr>
          <p:cNvSpPr txBox="1">
            <a:spLocks/>
          </p:cNvSpPr>
          <p:nvPr/>
        </p:nvSpPr>
        <p:spPr>
          <a:xfrm>
            <a:off x="4339772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38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065DE9B-0190-8A57-936A-E480F21DC9CF}"/>
              </a:ext>
            </a:extLst>
          </p:cNvPr>
          <p:cNvSpPr txBox="1">
            <a:spLocks/>
          </p:cNvSpPr>
          <p:nvPr/>
        </p:nvSpPr>
        <p:spPr>
          <a:xfrm>
            <a:off x="8084608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41</a:t>
            </a:r>
          </a:p>
        </p:txBody>
      </p:sp>
    </p:spTree>
    <p:extLst>
      <p:ext uri="{BB962C8B-B14F-4D97-AF65-F5344CB8AC3E}">
        <p14:creationId xmlns:p14="http://schemas.microsoft.com/office/powerpoint/2010/main" val="3284912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BAD8A-5E09-C89B-4E64-5DD728702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4EEB78-AE24-0152-75E8-9F1433337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0"/>
            <a:ext cx="4064000" cy="304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56DC3F-AFAA-828C-6099-74D6DA244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840" y="381000"/>
            <a:ext cx="4064000" cy="304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EB5FCF-21CB-614B-3B10-387BB4ABB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840" y="381000"/>
            <a:ext cx="4064000" cy="304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F3B06A9-3CE5-E275-446B-826F15382C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93" y="381000"/>
            <a:ext cx="4064000" cy="304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ADB78AF-5956-D657-CED0-552A05075ED3}"/>
              </a:ext>
            </a:extLst>
          </p:cNvPr>
          <p:cNvSpPr txBox="1">
            <a:spLocks/>
          </p:cNvSpPr>
          <p:nvPr/>
        </p:nvSpPr>
        <p:spPr>
          <a:xfrm>
            <a:off x="275772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43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FCCD0CA-4A9E-FB21-9EEF-615718881424}"/>
              </a:ext>
            </a:extLst>
          </p:cNvPr>
          <p:cNvSpPr txBox="1">
            <a:spLocks/>
          </p:cNvSpPr>
          <p:nvPr/>
        </p:nvSpPr>
        <p:spPr>
          <a:xfrm>
            <a:off x="4180190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45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6902221-AF2B-F03C-8F9A-98EDED84D977}"/>
              </a:ext>
            </a:extLst>
          </p:cNvPr>
          <p:cNvSpPr txBox="1">
            <a:spLocks/>
          </p:cNvSpPr>
          <p:nvPr/>
        </p:nvSpPr>
        <p:spPr>
          <a:xfrm>
            <a:off x="8084608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47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D7BDA1B-2861-1F8C-B237-4E472C964AF3}"/>
              </a:ext>
            </a:extLst>
          </p:cNvPr>
          <p:cNvSpPr txBox="1">
            <a:spLocks/>
          </p:cNvSpPr>
          <p:nvPr/>
        </p:nvSpPr>
        <p:spPr>
          <a:xfrm>
            <a:off x="275772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50</a:t>
            </a:r>
          </a:p>
        </p:txBody>
      </p:sp>
    </p:spTree>
    <p:extLst>
      <p:ext uri="{BB962C8B-B14F-4D97-AF65-F5344CB8AC3E}">
        <p14:creationId xmlns:p14="http://schemas.microsoft.com/office/powerpoint/2010/main" val="1747127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17FAE-F9DD-2CB2-2EA9-5B09F7230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en-US" baseline="-25000" dirty="0"/>
              <a:t>2 </a:t>
            </a:r>
            <a:r>
              <a:rPr lang="en-US" dirty="0"/>
              <a:t>= 10000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D69D78-F373-13D7-FB3F-C2EC2BA7E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150" y="1539875"/>
            <a:ext cx="6604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281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1D15F-773E-4B90-77C7-BC0C53E46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06BB14-E017-AD77-1638-DA92E9158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6" y="504217"/>
            <a:ext cx="4064000" cy="304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D0A8EE-9001-2054-701E-E50357046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7798" y="504217"/>
            <a:ext cx="4064000" cy="304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8EE95B4-2C58-5ED6-B843-BB8E7911D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7043" y="477755"/>
            <a:ext cx="4064000" cy="304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BD3C45-C76C-EFD8-E183-FF73ECF128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90" y="3724989"/>
            <a:ext cx="4064000" cy="304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DBD99A0-1657-75B9-951A-E53DD2D967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7798" y="3720929"/>
            <a:ext cx="4064000" cy="304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33AEDD1-632C-3577-EBCD-4072DE41BA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7043" y="3724989"/>
            <a:ext cx="4064000" cy="304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3477F908-C35B-EA6C-6DFE-FF730A20ED0D}"/>
              </a:ext>
            </a:extLst>
          </p:cNvPr>
          <p:cNvSpPr txBox="1">
            <a:spLocks/>
          </p:cNvSpPr>
          <p:nvPr/>
        </p:nvSpPr>
        <p:spPr>
          <a:xfrm>
            <a:off x="275772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30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5C0B07F-9BB3-6909-B7DE-4273CF7FBEF2}"/>
              </a:ext>
            </a:extLst>
          </p:cNvPr>
          <p:cNvSpPr txBox="1">
            <a:spLocks/>
          </p:cNvSpPr>
          <p:nvPr/>
        </p:nvSpPr>
        <p:spPr>
          <a:xfrm>
            <a:off x="4180190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32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AB3BFE6-89DE-9F38-CBB5-127F2DA4A145}"/>
              </a:ext>
            </a:extLst>
          </p:cNvPr>
          <p:cNvSpPr txBox="1">
            <a:spLocks/>
          </p:cNvSpPr>
          <p:nvPr/>
        </p:nvSpPr>
        <p:spPr>
          <a:xfrm>
            <a:off x="8084608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34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1C2EC3E-4C4F-D4C2-9D3E-FA5045C40A3E}"/>
              </a:ext>
            </a:extLst>
          </p:cNvPr>
          <p:cNvSpPr txBox="1">
            <a:spLocks/>
          </p:cNvSpPr>
          <p:nvPr/>
        </p:nvSpPr>
        <p:spPr>
          <a:xfrm>
            <a:off x="275772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36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A9C2AAAB-AD89-FA48-CAD9-579903368020}"/>
              </a:ext>
            </a:extLst>
          </p:cNvPr>
          <p:cNvSpPr txBox="1">
            <a:spLocks/>
          </p:cNvSpPr>
          <p:nvPr/>
        </p:nvSpPr>
        <p:spPr>
          <a:xfrm>
            <a:off x="4339772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38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0457569-17FA-B561-1309-AF83E6719F8B}"/>
              </a:ext>
            </a:extLst>
          </p:cNvPr>
          <p:cNvSpPr txBox="1">
            <a:spLocks/>
          </p:cNvSpPr>
          <p:nvPr/>
        </p:nvSpPr>
        <p:spPr>
          <a:xfrm>
            <a:off x="8084608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41</a:t>
            </a:r>
          </a:p>
        </p:txBody>
      </p:sp>
    </p:spTree>
    <p:extLst>
      <p:ext uri="{BB962C8B-B14F-4D97-AF65-F5344CB8AC3E}">
        <p14:creationId xmlns:p14="http://schemas.microsoft.com/office/powerpoint/2010/main" val="255107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87126-21C7-0BA2-DAAE-78CA98037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36A4446-124C-159B-63D8-8E9E4FD9E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035" y="3766726"/>
            <a:ext cx="4064000" cy="304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D850A1-0107-8DFE-FB22-4739DA926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132" y="3810000"/>
            <a:ext cx="4064000" cy="304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37DFA9-46BD-927B-656C-739E6EA21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4035" y="327230"/>
            <a:ext cx="4064000" cy="304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FA5F96-1127-F51E-6EE6-91E06FCF9D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3714" y="327230"/>
            <a:ext cx="4064000" cy="304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C8DA3B-FD67-9118-1DB3-C2D5306AB4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93" y="459246"/>
            <a:ext cx="4064000" cy="304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459F73B-1A46-9F35-56B0-EE023CBE2B02}"/>
              </a:ext>
            </a:extLst>
          </p:cNvPr>
          <p:cNvSpPr txBox="1">
            <a:spLocks/>
          </p:cNvSpPr>
          <p:nvPr/>
        </p:nvSpPr>
        <p:spPr>
          <a:xfrm>
            <a:off x="275772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43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5BD1523-957F-6CCB-9A55-D1C875CCF738}"/>
              </a:ext>
            </a:extLst>
          </p:cNvPr>
          <p:cNvSpPr txBox="1">
            <a:spLocks/>
          </p:cNvSpPr>
          <p:nvPr/>
        </p:nvSpPr>
        <p:spPr>
          <a:xfrm>
            <a:off x="4180190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45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52249CE-66AF-9A7C-B424-5E54533897F2}"/>
              </a:ext>
            </a:extLst>
          </p:cNvPr>
          <p:cNvSpPr txBox="1">
            <a:spLocks/>
          </p:cNvSpPr>
          <p:nvPr/>
        </p:nvSpPr>
        <p:spPr>
          <a:xfrm>
            <a:off x="8084608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47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34BEFD8-64FB-19A7-AA15-326FE66166BB}"/>
              </a:ext>
            </a:extLst>
          </p:cNvPr>
          <p:cNvSpPr txBox="1">
            <a:spLocks/>
          </p:cNvSpPr>
          <p:nvPr/>
        </p:nvSpPr>
        <p:spPr>
          <a:xfrm>
            <a:off x="275772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50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74FE2E-3DA8-CB28-BE41-F48A2C66AB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93" y="3939018"/>
            <a:ext cx="3604556" cy="2703417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FB44F01-9940-CE5D-49A0-7D46D1C3CFAD}"/>
              </a:ext>
            </a:extLst>
          </p:cNvPr>
          <p:cNvSpPr txBox="1">
            <a:spLocks/>
          </p:cNvSpPr>
          <p:nvPr/>
        </p:nvSpPr>
        <p:spPr>
          <a:xfrm>
            <a:off x="4180190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52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EAF5ABA-65C1-28AD-3F32-19DE33169BD0}"/>
              </a:ext>
            </a:extLst>
          </p:cNvPr>
          <p:cNvSpPr txBox="1">
            <a:spLocks/>
          </p:cNvSpPr>
          <p:nvPr/>
        </p:nvSpPr>
        <p:spPr>
          <a:xfrm>
            <a:off x="8084608" y="363926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55</a:t>
            </a:r>
          </a:p>
        </p:txBody>
      </p:sp>
    </p:spTree>
    <p:extLst>
      <p:ext uri="{BB962C8B-B14F-4D97-AF65-F5344CB8AC3E}">
        <p14:creationId xmlns:p14="http://schemas.microsoft.com/office/powerpoint/2010/main" val="817271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8BC263BA-4A4B-4717-B1D1-6F871EC80FEA}"/>
              </a:ext>
            </a:extLst>
          </p:cNvPr>
          <p:cNvSpPr txBox="1">
            <a:spLocks/>
          </p:cNvSpPr>
          <p:nvPr/>
        </p:nvSpPr>
        <p:spPr>
          <a:xfrm>
            <a:off x="275772" y="215565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57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1A53758-65E3-0FB2-2898-5D3C9E8AB07A}"/>
              </a:ext>
            </a:extLst>
          </p:cNvPr>
          <p:cNvSpPr txBox="1">
            <a:spLocks/>
          </p:cNvSpPr>
          <p:nvPr/>
        </p:nvSpPr>
        <p:spPr>
          <a:xfrm>
            <a:off x="4505655" y="229652"/>
            <a:ext cx="1465942" cy="487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a12 = 60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841589-0406-9DE0-2BB6-F7BC552B2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2" y="572146"/>
            <a:ext cx="4064000" cy="304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C46A98-AF14-8141-58C7-46A089DBF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572146"/>
            <a:ext cx="4064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670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499</TotalTime>
  <Words>258</Words>
  <Application>Microsoft Macintosh PowerPoint</Application>
  <PresentationFormat>Widescreen</PresentationFormat>
  <Paragraphs>87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Parameters</vt:lpstr>
      <vt:lpstr>N2 = 4000</vt:lpstr>
      <vt:lpstr>PowerPoint Presentation</vt:lpstr>
      <vt:lpstr>PowerPoint Presentation</vt:lpstr>
      <vt:lpstr>N2 = 5000</vt:lpstr>
      <vt:lpstr>PowerPoint Presentation</vt:lpstr>
      <vt:lpstr>PowerPoint Presentation</vt:lpstr>
      <vt:lpstr>N2 = 6000</vt:lpstr>
      <vt:lpstr>PowerPoint Presentation</vt:lpstr>
      <vt:lpstr>PowerPoint Presentation</vt:lpstr>
      <vt:lpstr>N2 = 6500</vt:lpstr>
      <vt:lpstr>PowerPoint Presentation</vt:lpstr>
      <vt:lpstr>PowerPoint Presentation</vt:lpstr>
      <vt:lpstr>PowerPoint Presentation</vt:lpstr>
      <vt:lpstr>N2 = 7000</vt:lpstr>
      <vt:lpstr>PowerPoint Presentation</vt:lpstr>
      <vt:lpstr>PowerPoint Presentation</vt:lpstr>
      <vt:lpstr>N2 = 10000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Ruba Emran</dc:creator>
  <cp:lastModifiedBy>Ruba Emran</cp:lastModifiedBy>
  <cp:revision>29</cp:revision>
  <dcterms:created xsi:type="dcterms:W3CDTF">2026-04-13T17:23:28Z</dcterms:created>
  <dcterms:modified xsi:type="dcterms:W3CDTF">2026-04-21T21:25:36Z</dcterms:modified>
</cp:coreProperties>
</file>